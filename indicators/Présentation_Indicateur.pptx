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320" r:id="rId2"/>
    <p:sldId id="387" r:id="rId3"/>
    <p:sldId id="388" r:id="rId4"/>
    <p:sldId id="389" r:id="rId5"/>
    <p:sldId id="390" r:id="rId6"/>
    <p:sldId id="415" r:id="rId7"/>
    <p:sldId id="392" r:id="rId8"/>
    <p:sldId id="391" r:id="rId9"/>
    <p:sldId id="418" r:id="rId10"/>
    <p:sldId id="405" r:id="rId11"/>
    <p:sldId id="419" r:id="rId12"/>
    <p:sldId id="420" r:id="rId13"/>
    <p:sldId id="407" r:id="rId14"/>
    <p:sldId id="394" r:id="rId15"/>
    <p:sldId id="414" r:id="rId16"/>
    <p:sldId id="424" r:id="rId17"/>
    <p:sldId id="427" r:id="rId18"/>
    <p:sldId id="426" r:id="rId19"/>
    <p:sldId id="412" r:id="rId20"/>
    <p:sldId id="425" r:id="rId21"/>
    <p:sldId id="393" r:id="rId22"/>
    <p:sldId id="409" r:id="rId23"/>
    <p:sldId id="408" r:id="rId24"/>
    <p:sldId id="423" r:id="rId25"/>
    <p:sldId id="422" r:id="rId26"/>
    <p:sldId id="421" r:id="rId27"/>
    <p:sldId id="413" r:id="rId28"/>
    <p:sldId id="417" r:id="rId29"/>
    <p:sldId id="428" r:id="rId30"/>
    <p:sldId id="429" r:id="rId31"/>
  </p:sldIdLst>
  <p:sldSz cx="12192000" cy="6858000"/>
  <p:notesSz cx="6858000" cy="9144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E7B"/>
    <a:srgbClr val="FF0317"/>
    <a:srgbClr val="9E7372"/>
    <a:srgbClr val="F1DCDA"/>
    <a:srgbClr val="F9D2CF"/>
    <a:srgbClr val="DAF2D0"/>
    <a:srgbClr val="F2CEEF"/>
    <a:srgbClr val="DAE9F8"/>
    <a:srgbClr val="104861"/>
    <a:srgbClr val="DA59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8BDF5-4343-41F2-8129-7F5006A9200C}" v="23" dt="2026-05-28T15:53:41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86628" autoAdjust="0"/>
  </p:normalViewPr>
  <p:slideViewPr>
    <p:cSldViewPr snapToGrid="0" showGuides="1">
      <p:cViewPr>
        <p:scale>
          <a:sx n="100" d="100"/>
          <a:sy n="100" d="100"/>
        </p:scale>
        <p:origin x="41" y="2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LES HERNANDEZ Enrique" userId="59608afa-8118-4e24-a4f5-0eda2870f65c" providerId="ADAL" clId="{F986A30C-396F-42B9-99B4-0662258C0C71}"/>
    <pc:docChg chg="undo redo custSel addSld delSld modSld sldOrd modMainMaster modNotesMaster">
      <pc:chgData name="MIRELES HERNANDEZ Enrique" userId="59608afa-8118-4e24-a4f5-0eda2870f65c" providerId="ADAL" clId="{F986A30C-396F-42B9-99B4-0662258C0C71}" dt="2026-05-28T15:54:51.856" v="12346"/>
      <pc:docMkLst>
        <pc:docMk/>
      </pc:docMkLst>
      <pc:sldChg chg="addSp delSp modSp add mod ord modNotes modNotesTx">
        <pc:chgData name="MIRELES HERNANDEZ Enrique" userId="59608afa-8118-4e24-a4f5-0eda2870f65c" providerId="ADAL" clId="{F986A30C-396F-42B9-99B4-0662258C0C71}" dt="2026-05-22T11:55:21.430" v="10364" actId="313"/>
        <pc:sldMkLst>
          <pc:docMk/>
          <pc:sldMk cId="4176926509" sldId="320"/>
        </pc:sldMkLst>
        <pc:spChg chg="add mod">
          <ac:chgData name="MIRELES HERNANDEZ Enrique" userId="59608afa-8118-4e24-a4f5-0eda2870f65c" providerId="ADAL" clId="{F986A30C-396F-42B9-99B4-0662258C0C71}" dt="2026-05-22T11:55:21.430" v="10364" actId="313"/>
          <ac:spMkLst>
            <pc:docMk/>
            <pc:sldMk cId="4176926509" sldId="320"/>
            <ac:spMk id="9" creationId="{740D3480-595A-BA70-7905-31E1117D893D}"/>
          </ac:spMkLst>
        </pc:spChg>
      </pc:sldChg>
      <pc:sldChg chg="addSp delSp modSp mod modAnim">
        <pc:chgData name="MIRELES HERNANDEZ Enrique" userId="59608afa-8118-4e24-a4f5-0eda2870f65c" providerId="ADAL" clId="{F986A30C-396F-42B9-99B4-0662258C0C71}" dt="2026-05-22T11:56:06.523" v="10374" actId="1076"/>
        <pc:sldMkLst>
          <pc:docMk/>
          <pc:sldMk cId="611781074" sldId="387"/>
        </pc:sldMkLst>
        <pc:spChg chg="add mod">
          <ac:chgData name="MIRELES HERNANDEZ Enrique" userId="59608afa-8118-4e24-a4f5-0eda2870f65c" providerId="ADAL" clId="{F986A30C-396F-42B9-99B4-0662258C0C71}" dt="2026-05-22T11:55:47.501" v="10368"/>
          <ac:spMkLst>
            <pc:docMk/>
            <pc:sldMk cId="611781074" sldId="387"/>
            <ac:spMk id="8" creationId="{692006C1-B5D7-411B-B7D3-3D2725D7C94D}"/>
          </ac:spMkLst>
        </pc:spChg>
        <pc:spChg chg="add mod">
          <ac:chgData name="MIRELES HERNANDEZ Enrique" userId="59608afa-8118-4e24-a4f5-0eda2870f65c" providerId="ADAL" clId="{F986A30C-396F-42B9-99B4-0662258C0C71}" dt="2026-05-22T11:55:47.501" v="10368"/>
          <ac:spMkLst>
            <pc:docMk/>
            <pc:sldMk cId="611781074" sldId="387"/>
            <ac:spMk id="9" creationId="{A938953E-B3E8-F35C-0847-5AA4E1C80413}"/>
          </ac:spMkLst>
        </pc:spChg>
        <pc:picChg chg="add mod">
          <ac:chgData name="MIRELES HERNANDEZ Enrique" userId="59608afa-8118-4e24-a4f5-0eda2870f65c" providerId="ADAL" clId="{F986A30C-396F-42B9-99B4-0662258C0C71}" dt="2026-05-22T11:56:04.053" v="10373" actId="1076"/>
          <ac:picMkLst>
            <pc:docMk/>
            <pc:sldMk cId="611781074" sldId="387"/>
            <ac:picMk id="10" creationId="{55CD5BD8-F316-2CEE-DE6E-5E2717E8ADC0}"/>
          </ac:picMkLst>
        </pc:picChg>
        <pc:picChg chg="add mod">
          <ac:chgData name="MIRELES HERNANDEZ Enrique" userId="59608afa-8118-4e24-a4f5-0eda2870f65c" providerId="ADAL" clId="{F986A30C-396F-42B9-99B4-0662258C0C71}" dt="2026-05-22T11:55:59.693" v="10371" actId="1076"/>
          <ac:picMkLst>
            <pc:docMk/>
            <pc:sldMk cId="611781074" sldId="387"/>
            <ac:picMk id="11" creationId="{701EA5E7-B7E5-FB69-BDDA-949E70C2D423}"/>
          </ac:picMkLst>
        </pc:picChg>
        <pc:picChg chg="add mod">
          <ac:chgData name="MIRELES HERNANDEZ Enrique" userId="59608afa-8118-4e24-a4f5-0eda2870f65c" providerId="ADAL" clId="{F986A30C-396F-42B9-99B4-0662258C0C71}" dt="2026-05-22T11:56:01.698" v="10372" actId="1076"/>
          <ac:picMkLst>
            <pc:docMk/>
            <pc:sldMk cId="611781074" sldId="387"/>
            <ac:picMk id="12" creationId="{C435FDE5-09F1-6F8E-986B-8E9B9B53E02F}"/>
          </ac:picMkLst>
        </pc:picChg>
        <pc:picChg chg="add mod">
          <ac:chgData name="MIRELES HERNANDEZ Enrique" userId="59608afa-8118-4e24-a4f5-0eda2870f65c" providerId="ADAL" clId="{F986A30C-396F-42B9-99B4-0662258C0C71}" dt="2026-05-22T11:56:06.523" v="10374" actId="1076"/>
          <ac:picMkLst>
            <pc:docMk/>
            <pc:sldMk cId="611781074" sldId="387"/>
            <ac:picMk id="13" creationId="{D0E7965E-7A56-C285-F476-26035AA0185D}"/>
          </ac:picMkLst>
        </pc:picChg>
        <pc:cxnChg chg="add mod">
          <ac:chgData name="MIRELES HERNANDEZ Enrique" userId="59608afa-8118-4e24-a4f5-0eda2870f65c" providerId="ADAL" clId="{F986A30C-396F-42B9-99B4-0662258C0C71}" dt="2026-05-22T11:55:47.501" v="10368"/>
          <ac:cxnSpMkLst>
            <pc:docMk/>
            <pc:sldMk cId="611781074" sldId="387"/>
            <ac:cxnSpMk id="7" creationId="{8C7E14DE-ED67-D526-27F2-B243094A0F05}"/>
          </ac:cxnSpMkLst>
        </pc:cxnChg>
      </pc:sldChg>
      <pc:sldChg chg="addSp delSp modSp mod">
        <pc:chgData name="MIRELES HERNANDEZ Enrique" userId="59608afa-8118-4e24-a4f5-0eda2870f65c" providerId="ADAL" clId="{F986A30C-396F-42B9-99B4-0662258C0C71}" dt="2026-05-22T11:57:24.362" v="10389" actId="1076"/>
        <pc:sldMkLst>
          <pc:docMk/>
          <pc:sldMk cId="1519274771" sldId="388"/>
        </pc:sldMkLst>
        <pc:spChg chg="add mod">
          <ac:chgData name="MIRELES HERNANDEZ Enrique" userId="59608afa-8118-4e24-a4f5-0eda2870f65c" providerId="ADAL" clId="{F986A30C-396F-42B9-99B4-0662258C0C71}" dt="2026-05-22T11:56:45.933" v="10379"/>
          <ac:spMkLst>
            <pc:docMk/>
            <pc:sldMk cId="1519274771" sldId="388"/>
            <ac:spMk id="17" creationId="{E7378758-F60D-CDF4-FAFB-870EA0507A8F}"/>
          </ac:spMkLst>
        </pc:spChg>
        <pc:spChg chg="add mod">
          <ac:chgData name="MIRELES HERNANDEZ Enrique" userId="59608afa-8118-4e24-a4f5-0eda2870f65c" providerId="ADAL" clId="{F986A30C-396F-42B9-99B4-0662258C0C71}" dt="2026-05-22T11:56:45.933" v="10379"/>
          <ac:spMkLst>
            <pc:docMk/>
            <pc:sldMk cId="1519274771" sldId="388"/>
            <ac:spMk id="18" creationId="{6D233138-EAE1-7AB5-4916-F1B78BE72DA5}"/>
          </ac:spMkLst>
        </pc:spChg>
        <pc:spChg chg="add mod">
          <ac:chgData name="MIRELES HERNANDEZ Enrique" userId="59608afa-8118-4e24-a4f5-0eda2870f65c" providerId="ADAL" clId="{F986A30C-396F-42B9-99B4-0662258C0C71}" dt="2026-05-22T11:57:19.059" v="10388" actId="1076"/>
          <ac:spMkLst>
            <pc:docMk/>
            <pc:sldMk cId="1519274771" sldId="388"/>
            <ac:spMk id="20" creationId="{7013EC18-F596-D89C-AD9E-8506F0E03083}"/>
          </ac:spMkLst>
        </pc:spChg>
        <pc:spChg chg="add mod">
          <ac:chgData name="MIRELES HERNANDEZ Enrique" userId="59608afa-8118-4e24-a4f5-0eda2870f65c" providerId="ADAL" clId="{F986A30C-396F-42B9-99B4-0662258C0C71}" dt="2026-05-22T11:57:24.362" v="10389" actId="1076"/>
          <ac:spMkLst>
            <pc:docMk/>
            <pc:sldMk cId="1519274771" sldId="388"/>
            <ac:spMk id="21" creationId="{E269F788-3510-52A8-9951-737089A3857C}"/>
          </ac:spMkLst>
        </pc:spChg>
        <pc:spChg chg="add mod">
          <ac:chgData name="MIRELES HERNANDEZ Enrique" userId="59608afa-8118-4e24-a4f5-0eda2870f65c" providerId="ADAL" clId="{F986A30C-396F-42B9-99B4-0662258C0C71}" dt="2026-05-22T11:57:14.620" v="10387" actId="1076"/>
          <ac:spMkLst>
            <pc:docMk/>
            <pc:sldMk cId="1519274771" sldId="388"/>
            <ac:spMk id="26" creationId="{730CC92E-C185-4D4B-189B-A992A932305D}"/>
          </ac:spMkLst>
        </pc:spChg>
        <pc:picChg chg="add mod">
          <ac:chgData name="MIRELES HERNANDEZ Enrique" userId="59608afa-8118-4e24-a4f5-0eda2870f65c" providerId="ADAL" clId="{F986A30C-396F-42B9-99B4-0662258C0C71}" dt="2026-05-22T11:57:19.059" v="10388" actId="1076"/>
          <ac:picMkLst>
            <pc:docMk/>
            <pc:sldMk cId="1519274771" sldId="388"/>
            <ac:picMk id="19" creationId="{D1BF85D5-F6B2-B224-098A-119DA3DC0BE4}"/>
          </ac:picMkLst>
        </pc:picChg>
        <pc:picChg chg="add mod">
          <ac:chgData name="MIRELES HERNANDEZ Enrique" userId="59608afa-8118-4e24-a4f5-0eda2870f65c" providerId="ADAL" clId="{F986A30C-396F-42B9-99B4-0662258C0C71}" dt="2026-05-22T11:57:24.362" v="10389" actId="1076"/>
          <ac:picMkLst>
            <pc:docMk/>
            <pc:sldMk cId="1519274771" sldId="388"/>
            <ac:picMk id="24" creationId="{85280BB0-1C28-47D9-DED6-AD38092BA1CB}"/>
          </ac:picMkLst>
        </pc:picChg>
        <pc:picChg chg="add mod">
          <ac:chgData name="MIRELES HERNANDEZ Enrique" userId="59608afa-8118-4e24-a4f5-0eda2870f65c" providerId="ADAL" clId="{F986A30C-396F-42B9-99B4-0662258C0C71}" dt="2026-05-22T11:57:14.620" v="10387" actId="1076"/>
          <ac:picMkLst>
            <pc:docMk/>
            <pc:sldMk cId="1519274771" sldId="388"/>
            <ac:picMk id="28" creationId="{0CFBF2B2-5C61-6F75-6A6B-9498853C094F}"/>
          </ac:picMkLst>
        </pc:picChg>
        <pc:picChg chg="add mod">
          <ac:chgData name="MIRELES HERNANDEZ Enrique" userId="59608afa-8118-4e24-a4f5-0eda2870f65c" providerId="ADAL" clId="{F986A30C-396F-42B9-99B4-0662258C0C71}" dt="2026-05-22T11:57:14.620" v="10387" actId="1076"/>
          <ac:picMkLst>
            <pc:docMk/>
            <pc:sldMk cId="1519274771" sldId="388"/>
            <ac:picMk id="29" creationId="{4A3B69AC-CDC7-12AA-41C9-83585A22DC65}"/>
          </ac:picMkLst>
        </pc:picChg>
        <pc:picChg chg="add mod">
          <ac:chgData name="MIRELES HERNANDEZ Enrique" userId="59608afa-8118-4e24-a4f5-0eda2870f65c" providerId="ADAL" clId="{F986A30C-396F-42B9-99B4-0662258C0C71}" dt="2026-05-22T11:57:14.620" v="10387" actId="1076"/>
          <ac:picMkLst>
            <pc:docMk/>
            <pc:sldMk cId="1519274771" sldId="388"/>
            <ac:picMk id="30" creationId="{99E76F55-6C03-FF30-8D96-A3584932A00D}"/>
          </ac:picMkLst>
        </pc:picChg>
      </pc:sldChg>
      <pc:sldChg chg="addSp delSp modSp mod modAnim modNotesTx">
        <pc:chgData name="MIRELES HERNANDEZ Enrique" userId="59608afa-8118-4e24-a4f5-0eda2870f65c" providerId="ADAL" clId="{F986A30C-396F-42B9-99B4-0662258C0C71}" dt="2026-05-26T08:46:12.844" v="11630" actId="20577"/>
        <pc:sldMkLst>
          <pc:docMk/>
          <pc:sldMk cId="1321821195" sldId="389"/>
        </pc:sldMkLst>
        <pc:spChg chg="add mod">
          <ac:chgData name="MIRELES HERNANDEZ Enrique" userId="59608afa-8118-4e24-a4f5-0eda2870f65c" providerId="ADAL" clId="{F986A30C-396F-42B9-99B4-0662258C0C71}" dt="2026-05-22T11:57:56.400" v="10395" actId="1076"/>
          <ac:spMkLst>
            <pc:docMk/>
            <pc:sldMk cId="1321821195" sldId="389"/>
            <ac:spMk id="7" creationId="{AFD857B8-D4C4-A674-DD27-2AB935418631}"/>
          </ac:spMkLst>
        </pc:spChg>
        <pc:spChg chg="add mod">
          <ac:chgData name="MIRELES HERNANDEZ Enrique" userId="59608afa-8118-4e24-a4f5-0eda2870f65c" providerId="ADAL" clId="{F986A30C-396F-42B9-99B4-0662258C0C71}" dt="2026-05-22T11:58:14.963" v="10400" actId="1076"/>
          <ac:spMkLst>
            <pc:docMk/>
            <pc:sldMk cId="1321821195" sldId="389"/>
            <ac:spMk id="11" creationId="{4F63CAA7-9D79-2C8B-BD67-F143E8504410}"/>
          </ac:spMkLst>
        </pc:spChg>
        <pc:picChg chg="add mod">
          <ac:chgData name="MIRELES HERNANDEZ Enrique" userId="59608afa-8118-4e24-a4f5-0eda2870f65c" providerId="ADAL" clId="{F986A30C-396F-42B9-99B4-0662258C0C71}" dt="2026-05-22T11:58:14.963" v="10400" actId="1076"/>
          <ac:picMkLst>
            <pc:docMk/>
            <pc:sldMk cId="1321821195" sldId="389"/>
            <ac:picMk id="8" creationId="{10018FD7-3FC6-5C61-BF21-2DF4F0E92DA1}"/>
          </ac:picMkLst>
        </pc:picChg>
        <pc:picChg chg="add mod">
          <ac:chgData name="MIRELES HERNANDEZ Enrique" userId="59608afa-8118-4e24-a4f5-0eda2870f65c" providerId="ADAL" clId="{F986A30C-396F-42B9-99B4-0662258C0C71}" dt="2026-05-22T11:58:14.963" v="10400" actId="1076"/>
          <ac:picMkLst>
            <pc:docMk/>
            <pc:sldMk cId="1321821195" sldId="389"/>
            <ac:picMk id="9" creationId="{533BFE8B-0556-5E3F-AD68-AB4C4A0C9B4D}"/>
          </ac:picMkLst>
        </pc:picChg>
        <pc:picChg chg="add mod">
          <ac:chgData name="MIRELES HERNANDEZ Enrique" userId="59608afa-8118-4e24-a4f5-0eda2870f65c" providerId="ADAL" clId="{F986A30C-396F-42B9-99B4-0662258C0C71}" dt="2026-05-22T11:58:14.963" v="10400" actId="1076"/>
          <ac:picMkLst>
            <pc:docMk/>
            <pc:sldMk cId="1321821195" sldId="389"/>
            <ac:picMk id="10" creationId="{3997BE56-91B0-B787-80FB-68890FCC4B28}"/>
          </ac:picMkLst>
        </pc:picChg>
      </pc:sldChg>
      <pc:sldChg chg="addSp delSp modSp mod modAnim">
        <pc:chgData name="MIRELES HERNANDEZ Enrique" userId="59608afa-8118-4e24-a4f5-0eda2870f65c" providerId="ADAL" clId="{F986A30C-396F-42B9-99B4-0662258C0C71}" dt="2026-05-22T12:00:17.435" v="10418" actId="1076"/>
        <pc:sldMkLst>
          <pc:docMk/>
          <pc:sldMk cId="706880541" sldId="390"/>
        </pc:sldMkLst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2" creationId="{783FE94F-90F2-E165-A65B-DB1A96D2E2CB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7" creationId="{0760A04F-6923-69DC-303A-930B11AB6F34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29" creationId="{BE19FBA6-0EC3-13E4-E291-4C81C4017EBE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62" creationId="{E6D9B0A7-1594-1D42-1383-00A8B5E7CCF2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27" creationId="{1433C0F5-F1E2-DE27-E494-6330576C20F5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43" creationId="{63FFEDFD-71ED-401E-29CC-85838EDFDB26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51" creationId="{9BC002AD-17C6-80AB-BD52-77E73751EAB3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53" creationId="{45CBCB60-A255-F504-E01F-BE7E4EFAB7DB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55" creationId="{A5136A05-2ED1-C8B7-2C31-8FDD8F474C82}"/>
          </ac:spMkLst>
        </pc:spChg>
        <pc:spChg chg="mod">
          <ac:chgData name="MIRELES HERNANDEZ Enrique" userId="59608afa-8118-4e24-a4f5-0eda2870f65c" providerId="ADAL" clId="{F986A30C-396F-42B9-99B4-0662258C0C71}" dt="2026-05-22T11:58:53.618" v="10404"/>
          <ac:spMkLst>
            <pc:docMk/>
            <pc:sldMk cId="706880541" sldId="390"/>
            <ac:spMk id="1056" creationId="{7E18F532-3E83-03FA-E5DA-9E196FCE423E}"/>
          </ac:spMkLst>
        </pc:spChg>
        <pc:grpChg chg="mod">
          <ac:chgData name="MIRELES HERNANDEZ Enrique" userId="59608afa-8118-4e24-a4f5-0eda2870f65c" providerId="ADAL" clId="{F986A30C-396F-42B9-99B4-0662258C0C71}" dt="2026-05-22T12:00:17.435" v="10418" actId="1076"/>
          <ac:grpSpMkLst>
            <pc:docMk/>
            <pc:sldMk cId="706880541" sldId="390"/>
            <ac:grpSpMk id="11" creationId="{2087B4A4-52FC-8A85-BC7A-78BB0F5F3A90}"/>
          </ac:grpSpMkLst>
        </pc:grpChg>
        <pc:grpChg chg="mod">
          <ac:chgData name="MIRELES HERNANDEZ Enrique" userId="59608afa-8118-4e24-a4f5-0eda2870f65c" providerId="ADAL" clId="{F986A30C-396F-42B9-99B4-0662258C0C71}" dt="2026-05-22T12:00:17.435" v="10418" actId="1076"/>
          <ac:grpSpMkLst>
            <pc:docMk/>
            <pc:sldMk cId="706880541" sldId="390"/>
            <ac:grpSpMk id="30" creationId="{0611CDB1-26AE-2650-8FF9-1D0EC81C9736}"/>
          </ac:grpSpMkLst>
        </pc:grpChg>
        <pc:grpChg chg="mod">
          <ac:chgData name="MIRELES HERNANDEZ Enrique" userId="59608afa-8118-4e24-a4f5-0eda2870f65c" providerId="ADAL" clId="{F986A30C-396F-42B9-99B4-0662258C0C71}" dt="2026-05-22T12:00:17.435" v="10418" actId="1076"/>
          <ac:grpSpMkLst>
            <pc:docMk/>
            <pc:sldMk cId="706880541" sldId="390"/>
            <ac:grpSpMk id="63" creationId="{FD43C900-5BB8-D079-90E3-D0C94BA6F7D9}"/>
          </ac:grpSpMkLst>
        </pc:grpChg>
        <pc:grpChg chg="mod">
          <ac:chgData name="MIRELES HERNANDEZ Enrique" userId="59608afa-8118-4e24-a4f5-0eda2870f65c" providerId="ADAL" clId="{F986A30C-396F-42B9-99B4-0662258C0C71}" dt="2026-05-22T12:00:17.435" v="10418" actId="1076"/>
          <ac:grpSpMkLst>
            <pc:docMk/>
            <pc:sldMk cId="706880541" sldId="390"/>
            <ac:grpSpMk id="1039" creationId="{BFBCCC28-3A89-5253-74F2-E6AF954C8F78}"/>
          </ac:grpSpMkLst>
        </pc:grpChg>
        <pc:picChg chg="mod">
          <ac:chgData name="MIRELES HERNANDEZ Enrique" userId="59608afa-8118-4e24-a4f5-0eda2870f65c" providerId="ADAL" clId="{F986A30C-396F-42B9-99B4-0662258C0C71}" dt="2026-05-22T12:00:17.435" v="10418" actId="1076"/>
          <ac:picMkLst>
            <pc:docMk/>
            <pc:sldMk cId="706880541" sldId="390"/>
            <ac:picMk id="7" creationId="{53EF7AB7-5130-2D9B-1E58-BBBCABA5065A}"/>
          </ac:picMkLst>
        </pc:picChg>
      </pc:sldChg>
      <pc:sldChg chg="addSp delSp modSp add mod delAnim modAnim">
        <pc:chgData name="MIRELES HERNANDEZ Enrique" userId="59608afa-8118-4e24-a4f5-0eda2870f65c" providerId="ADAL" clId="{F986A30C-396F-42B9-99B4-0662258C0C71}" dt="2026-05-22T13:10:17.301" v="10562" actId="1076"/>
        <pc:sldMkLst>
          <pc:docMk/>
          <pc:sldMk cId="1259011769" sldId="391"/>
        </pc:sldMkLst>
        <pc:spChg chg="add mod">
          <ac:chgData name="MIRELES HERNANDEZ Enrique" userId="59608afa-8118-4e24-a4f5-0eda2870f65c" providerId="ADAL" clId="{F986A30C-396F-42B9-99B4-0662258C0C71}" dt="2026-05-22T12:02:20.086" v="10486" actId="313"/>
          <ac:spMkLst>
            <pc:docMk/>
            <pc:sldMk cId="1259011769" sldId="391"/>
            <ac:spMk id="5" creationId="{E227D86C-6B9C-CB60-6172-9C0308D5E246}"/>
          </ac:spMkLst>
        </pc:spChg>
        <pc:picChg chg="add mod modCrop">
          <ac:chgData name="MIRELES HERNANDEZ Enrique" userId="59608afa-8118-4e24-a4f5-0eda2870f65c" providerId="ADAL" clId="{F986A30C-396F-42B9-99B4-0662258C0C71}" dt="2026-05-22T13:10:17.301" v="10562" actId="1076"/>
          <ac:picMkLst>
            <pc:docMk/>
            <pc:sldMk cId="1259011769" sldId="391"/>
            <ac:picMk id="1081" creationId="{4A5DFC52-0758-9129-43BB-FE39C96488DF}"/>
          </ac:picMkLst>
        </pc:picChg>
        <pc:picChg chg="add mod modCrop">
          <ac:chgData name="MIRELES HERNANDEZ Enrique" userId="59608afa-8118-4e24-a4f5-0eda2870f65c" providerId="ADAL" clId="{F986A30C-396F-42B9-99B4-0662258C0C71}" dt="2026-05-22T13:10:17.301" v="10562" actId="1076"/>
          <ac:picMkLst>
            <pc:docMk/>
            <pc:sldMk cId="1259011769" sldId="391"/>
            <ac:picMk id="1083" creationId="{B4B30BEE-7AC4-301C-41E8-7965EDF82E41}"/>
          </ac:picMkLst>
        </pc:picChg>
        <pc:picChg chg="add mod">
          <ac:chgData name="MIRELES HERNANDEZ Enrique" userId="59608afa-8118-4e24-a4f5-0eda2870f65c" providerId="ADAL" clId="{F986A30C-396F-42B9-99B4-0662258C0C71}" dt="2026-05-22T13:10:17.301" v="10562" actId="1076"/>
          <ac:picMkLst>
            <pc:docMk/>
            <pc:sldMk cId="1259011769" sldId="391"/>
            <ac:picMk id="1089" creationId="{DE71AF61-1410-5156-C0B8-94AA9AC08A47}"/>
          </ac:picMkLst>
        </pc:picChg>
      </pc:sldChg>
      <pc:sldChg chg="modSp add mod ord">
        <pc:chgData name="MIRELES HERNANDEZ Enrique" userId="59608afa-8118-4e24-a4f5-0eda2870f65c" providerId="ADAL" clId="{F986A30C-396F-42B9-99B4-0662258C0C71}" dt="2026-05-22T13:58:19.747" v="10672" actId="1076"/>
        <pc:sldMkLst>
          <pc:docMk/>
          <pc:sldMk cId="3366742998" sldId="392"/>
        </pc:sldMkLst>
        <pc:spChg chg="mod">
          <ac:chgData name="MIRELES HERNANDEZ Enrique" userId="59608afa-8118-4e24-a4f5-0eda2870f65c" providerId="ADAL" clId="{F986A30C-396F-42B9-99B4-0662258C0C71}" dt="2026-05-22T13:58:19.747" v="10672" actId="1076"/>
          <ac:spMkLst>
            <pc:docMk/>
            <pc:sldMk cId="3366742998" sldId="392"/>
            <ac:spMk id="1058" creationId="{1E15BA0C-1330-614B-0044-614E4705B891}"/>
          </ac:spMkLst>
        </pc:spChg>
        <pc:spChg chg="mod">
          <ac:chgData name="MIRELES HERNANDEZ Enrique" userId="59608afa-8118-4e24-a4f5-0eda2870f65c" providerId="ADAL" clId="{F986A30C-396F-42B9-99B4-0662258C0C71}" dt="2026-05-22T13:58:19.747" v="10672" actId="1076"/>
          <ac:spMkLst>
            <pc:docMk/>
            <pc:sldMk cId="3366742998" sldId="392"/>
            <ac:spMk id="1059" creationId="{05D52373-60DF-0CF5-A71F-DD4E04AC0FE7}"/>
          </ac:spMkLst>
        </pc:spChg>
        <pc:spChg chg="mod">
          <ac:chgData name="MIRELES HERNANDEZ Enrique" userId="59608afa-8118-4e24-a4f5-0eda2870f65c" providerId="ADAL" clId="{F986A30C-396F-42B9-99B4-0662258C0C71}" dt="2026-05-22T13:58:19.747" v="10672" actId="1076"/>
          <ac:spMkLst>
            <pc:docMk/>
            <pc:sldMk cId="3366742998" sldId="392"/>
            <ac:spMk id="1060" creationId="{36F3F74C-06AD-6482-3452-D7FCB28462D1}"/>
          </ac:spMkLst>
        </pc:spChg>
        <pc:grpChg chg="mod">
          <ac:chgData name="MIRELES HERNANDEZ Enrique" userId="59608afa-8118-4e24-a4f5-0eda2870f65c" providerId="ADAL" clId="{F986A30C-396F-42B9-99B4-0662258C0C71}" dt="2026-05-22T13:58:19.747" v="10672" actId="1076"/>
          <ac:grpSpMkLst>
            <pc:docMk/>
            <pc:sldMk cId="3366742998" sldId="392"/>
            <ac:grpSpMk id="1063" creationId="{E3D2351C-A1BB-D890-55CA-9379FCEEC176}"/>
          </ac:grpSpMkLst>
        </pc:grpChg>
        <pc:grpChg chg="mod">
          <ac:chgData name="MIRELES HERNANDEZ Enrique" userId="59608afa-8118-4e24-a4f5-0eda2870f65c" providerId="ADAL" clId="{F986A30C-396F-42B9-99B4-0662258C0C71}" dt="2026-05-22T13:58:19.747" v="10672" actId="1076"/>
          <ac:grpSpMkLst>
            <pc:docMk/>
            <pc:sldMk cId="3366742998" sldId="392"/>
            <ac:grpSpMk id="1067" creationId="{23A23196-4D9A-979E-B6B7-FE3DF78E2E63}"/>
          </ac:grpSpMkLst>
        </pc:grpChg>
        <pc:grpChg chg="mod">
          <ac:chgData name="MIRELES HERNANDEZ Enrique" userId="59608afa-8118-4e24-a4f5-0eda2870f65c" providerId="ADAL" clId="{F986A30C-396F-42B9-99B4-0662258C0C71}" dt="2026-05-22T13:58:19.747" v="10672" actId="1076"/>
          <ac:grpSpMkLst>
            <pc:docMk/>
            <pc:sldMk cId="3366742998" sldId="392"/>
            <ac:grpSpMk id="1071" creationId="{8158BF18-3EC7-06C0-1ECE-140A735E9959}"/>
          </ac:grpSpMkLst>
        </pc:grpChg>
        <pc:grpChg chg="mod">
          <ac:chgData name="MIRELES HERNANDEZ Enrique" userId="59608afa-8118-4e24-a4f5-0eda2870f65c" providerId="ADAL" clId="{F986A30C-396F-42B9-99B4-0662258C0C71}" dt="2026-05-22T13:58:19.747" v="10672" actId="1076"/>
          <ac:grpSpMkLst>
            <pc:docMk/>
            <pc:sldMk cId="3366742998" sldId="392"/>
            <ac:grpSpMk id="1076" creationId="{8784D564-1251-B0A7-97C0-F841C9F07B90}"/>
          </ac:grpSpMkLst>
        </pc:grpChg>
        <pc:picChg chg="mod">
          <ac:chgData name="MIRELES HERNANDEZ Enrique" userId="59608afa-8118-4e24-a4f5-0eda2870f65c" providerId="ADAL" clId="{F986A30C-396F-42B9-99B4-0662258C0C71}" dt="2026-05-22T13:58:19.747" v="10672" actId="1076"/>
          <ac:picMkLst>
            <pc:docMk/>
            <pc:sldMk cId="3366742998" sldId="392"/>
            <ac:picMk id="2" creationId="{E4FEB764-6F87-BFE5-D2D8-C935BFE3D8F0}"/>
          </ac:picMkLst>
        </pc:picChg>
        <pc:picChg chg="mod">
          <ac:chgData name="MIRELES HERNANDEZ Enrique" userId="59608afa-8118-4e24-a4f5-0eda2870f65c" providerId="ADAL" clId="{F986A30C-396F-42B9-99B4-0662258C0C71}" dt="2026-05-22T13:58:19.747" v="10672" actId="1076"/>
          <ac:picMkLst>
            <pc:docMk/>
            <pc:sldMk cId="3366742998" sldId="392"/>
            <ac:picMk id="1061" creationId="{778460D0-FC83-0B75-F3E4-AAFB7C04B1C9}"/>
          </ac:picMkLst>
        </pc:picChg>
        <pc:picChg chg="mod">
          <ac:chgData name="MIRELES HERNANDEZ Enrique" userId="59608afa-8118-4e24-a4f5-0eda2870f65c" providerId="ADAL" clId="{F986A30C-396F-42B9-99B4-0662258C0C71}" dt="2026-05-22T13:58:19.747" v="10672" actId="1076"/>
          <ac:picMkLst>
            <pc:docMk/>
            <pc:sldMk cId="3366742998" sldId="392"/>
            <ac:picMk id="1062" creationId="{8C19D0D6-4375-1188-AF28-048845CB61E8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2351857105" sldId="393"/>
        </pc:sldMkLst>
        <pc:spChg chg="mod">
          <ac:chgData name="MIRELES HERNANDEZ Enrique" userId="59608afa-8118-4e24-a4f5-0eda2870f65c" providerId="ADAL" clId="{F986A30C-396F-42B9-99B4-0662258C0C71}" dt="2026-05-22T13:12:41.142" v="10584" actId="20577"/>
          <ac:spMkLst>
            <pc:docMk/>
            <pc:sldMk cId="2351857105" sldId="393"/>
            <ac:spMk id="5" creationId="{FCACF846-9F8A-1BAD-C0EA-EF7C71B8EA7F}"/>
          </ac:spMkLst>
        </pc:spChg>
        <pc:picChg chg="add mod">
          <ac:chgData name="MIRELES HERNANDEZ Enrique" userId="59608afa-8118-4e24-a4f5-0eda2870f65c" providerId="ADAL" clId="{F986A30C-396F-42B9-99B4-0662258C0C71}" dt="2026-05-22T13:18:49.763" v="10671" actId="1076"/>
          <ac:picMkLst>
            <pc:docMk/>
            <pc:sldMk cId="2351857105" sldId="393"/>
            <ac:picMk id="9" creationId="{346C454B-09DD-F267-7610-8A4339AA655D}"/>
          </ac:picMkLst>
        </pc:picChg>
        <pc:picChg chg="add mod">
          <ac:chgData name="MIRELES HERNANDEZ Enrique" userId="59608afa-8118-4e24-a4f5-0eda2870f65c" providerId="ADAL" clId="{F986A30C-396F-42B9-99B4-0662258C0C71}" dt="2026-05-22T13:18:49.763" v="10671" actId="1076"/>
          <ac:picMkLst>
            <pc:docMk/>
            <pc:sldMk cId="2351857105" sldId="393"/>
            <ac:picMk id="11" creationId="{5AA43140-81C4-E8B4-BCCD-B8200D891795}"/>
          </ac:picMkLst>
        </pc:picChg>
        <pc:picChg chg="add mod">
          <ac:chgData name="MIRELES HERNANDEZ Enrique" userId="59608afa-8118-4e24-a4f5-0eda2870f65c" providerId="ADAL" clId="{F986A30C-396F-42B9-99B4-0662258C0C71}" dt="2026-05-22T13:18:49.763" v="10671" actId="1076"/>
          <ac:picMkLst>
            <pc:docMk/>
            <pc:sldMk cId="2351857105" sldId="393"/>
            <ac:picMk id="13" creationId="{4B9CE53A-DD6C-E462-3BFB-8E6B47A0A4A7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2T13:17:16.940" v="10641" actId="1076"/>
        <pc:sldMkLst>
          <pc:docMk/>
          <pc:sldMk cId="1563794036" sldId="394"/>
        </pc:sldMkLst>
        <pc:spChg chg="mod">
          <ac:chgData name="MIRELES HERNANDEZ Enrique" userId="59608afa-8118-4e24-a4f5-0eda2870f65c" providerId="ADAL" clId="{F986A30C-396F-42B9-99B4-0662258C0C71}" dt="2026-05-22T13:13:15.404" v="10598" actId="20577"/>
          <ac:spMkLst>
            <pc:docMk/>
            <pc:sldMk cId="1563794036" sldId="394"/>
            <ac:spMk id="5" creationId="{468582B0-635D-5B5E-72A4-EC4133B6BED8}"/>
          </ac:spMkLst>
        </pc:spChg>
        <pc:picChg chg="add mod">
          <ac:chgData name="MIRELES HERNANDEZ Enrique" userId="59608afa-8118-4e24-a4f5-0eda2870f65c" providerId="ADAL" clId="{F986A30C-396F-42B9-99B4-0662258C0C71}" dt="2026-05-22T13:17:16.940" v="10641" actId="1076"/>
          <ac:picMkLst>
            <pc:docMk/>
            <pc:sldMk cId="1563794036" sldId="394"/>
            <ac:picMk id="9" creationId="{76D6AC26-803D-F775-F986-03758593B71A}"/>
          </ac:picMkLst>
        </pc:picChg>
        <pc:picChg chg="add mod modCrop">
          <ac:chgData name="MIRELES HERNANDEZ Enrique" userId="59608afa-8118-4e24-a4f5-0eda2870f65c" providerId="ADAL" clId="{F986A30C-396F-42B9-99B4-0662258C0C71}" dt="2026-05-22T13:17:16.940" v="10641" actId="1076"/>
          <ac:picMkLst>
            <pc:docMk/>
            <pc:sldMk cId="1563794036" sldId="394"/>
            <ac:picMk id="11" creationId="{BAA8B6C4-0633-7B25-6AB6-3ACA3ADA0F51}"/>
          </ac:picMkLst>
        </pc:picChg>
        <pc:picChg chg="add mod modCrop">
          <ac:chgData name="MIRELES HERNANDEZ Enrique" userId="59608afa-8118-4e24-a4f5-0eda2870f65c" providerId="ADAL" clId="{F986A30C-396F-42B9-99B4-0662258C0C71}" dt="2026-05-22T13:17:16.940" v="10641" actId="1076"/>
          <ac:picMkLst>
            <pc:docMk/>
            <pc:sldMk cId="1563794036" sldId="394"/>
            <ac:picMk id="13" creationId="{CF6F1B41-074B-EE85-16E3-4D5FE9249EF3}"/>
          </ac:picMkLst>
        </pc:picChg>
      </pc:sldChg>
      <pc:sldChg chg="addSp delSp modSp add del mod ord modNotesTx">
        <pc:chgData name="MIRELES HERNANDEZ Enrique" userId="59608afa-8118-4e24-a4f5-0eda2870f65c" providerId="ADAL" clId="{F986A30C-396F-42B9-99B4-0662258C0C71}" dt="2026-05-28T15:10:08.322" v="12221" actId="47"/>
        <pc:sldMkLst>
          <pc:docMk/>
          <pc:sldMk cId="2292262905" sldId="395"/>
        </pc:sldMkLst>
        <pc:spChg chg="del mod">
          <ac:chgData name="MIRELES HERNANDEZ Enrique" userId="59608afa-8118-4e24-a4f5-0eda2870f65c" providerId="ADAL" clId="{F986A30C-396F-42B9-99B4-0662258C0C71}" dt="2026-05-28T14:12:00.673" v="12117" actId="478"/>
          <ac:spMkLst>
            <pc:docMk/>
            <pc:sldMk cId="2292262905" sldId="395"/>
            <ac:spMk id="12" creationId="{7A9E418B-9162-30FF-DB65-271FED93B1EF}"/>
          </ac:spMkLst>
        </pc:spChg>
        <pc:spChg chg="mod">
          <ac:chgData name="MIRELES HERNANDEZ Enrique" userId="59608afa-8118-4e24-a4f5-0eda2870f65c" providerId="ADAL" clId="{F986A30C-396F-42B9-99B4-0662258C0C71}" dt="2026-05-28T14:12:01.113" v="12118"/>
          <ac:spMkLst>
            <pc:docMk/>
            <pc:sldMk cId="2292262905" sldId="395"/>
            <ac:spMk id="24" creationId="{5D11C0E8-A01B-C2E5-2EC7-D8805F905B7B}"/>
          </ac:spMkLst>
        </pc:spChg>
        <pc:spChg chg="mod">
          <ac:chgData name="MIRELES HERNANDEZ Enrique" userId="59608afa-8118-4e24-a4f5-0eda2870f65c" providerId="ADAL" clId="{F986A30C-396F-42B9-99B4-0662258C0C71}" dt="2026-05-28T14:12:01.113" v="12118"/>
          <ac:spMkLst>
            <pc:docMk/>
            <pc:sldMk cId="2292262905" sldId="395"/>
            <ac:spMk id="26" creationId="{664A6DE7-2761-63B7-2AB8-9A949D5605B7}"/>
          </ac:spMkLst>
        </pc:spChg>
        <pc:spChg chg="mod">
          <ac:chgData name="MIRELES HERNANDEZ Enrique" userId="59608afa-8118-4e24-a4f5-0eda2870f65c" providerId="ADAL" clId="{F986A30C-396F-42B9-99B4-0662258C0C71}" dt="2026-05-28T14:12:01.113" v="12118"/>
          <ac:spMkLst>
            <pc:docMk/>
            <pc:sldMk cId="2292262905" sldId="395"/>
            <ac:spMk id="30" creationId="{A6F5DD88-4E1A-7B72-75DF-7F48510B9CF9}"/>
          </ac:spMkLst>
        </pc:spChg>
        <pc:spChg chg="mod">
          <ac:chgData name="MIRELES HERNANDEZ Enrique" userId="59608afa-8118-4e24-a4f5-0eda2870f65c" providerId="ADAL" clId="{F986A30C-396F-42B9-99B4-0662258C0C71}" dt="2026-05-28T14:12:01.113" v="12118"/>
          <ac:spMkLst>
            <pc:docMk/>
            <pc:sldMk cId="2292262905" sldId="395"/>
            <ac:spMk id="31" creationId="{36C1C21F-15EC-7FC2-5369-90DCD161D939}"/>
          </ac:spMkLst>
        </pc:spChg>
        <pc:grpChg chg="add mod">
          <ac:chgData name="MIRELES HERNANDEZ Enrique" userId="59608afa-8118-4e24-a4f5-0eda2870f65c" providerId="ADAL" clId="{F986A30C-396F-42B9-99B4-0662258C0C71}" dt="2026-05-28T14:12:01.113" v="12118"/>
          <ac:grpSpMkLst>
            <pc:docMk/>
            <pc:sldMk cId="2292262905" sldId="395"/>
            <ac:grpSpMk id="2" creationId="{7AAC46AC-62D1-2741-9ABE-5321FCECB965}"/>
          </ac:grpSpMkLst>
        </pc:grpChg>
        <pc:grpChg chg="mod">
          <ac:chgData name="MIRELES HERNANDEZ Enrique" userId="59608afa-8118-4e24-a4f5-0eda2870f65c" providerId="ADAL" clId="{F986A30C-396F-42B9-99B4-0662258C0C71}" dt="2026-05-28T14:12:01.113" v="12118"/>
          <ac:grpSpMkLst>
            <pc:docMk/>
            <pc:sldMk cId="2292262905" sldId="395"/>
            <ac:grpSpMk id="8" creationId="{246F33A6-FCC6-A4A1-96BA-07FF08675A0D}"/>
          </ac:grpSpMkLst>
        </pc:grpChg>
        <pc:grpChg chg="add del mod">
          <ac:chgData name="MIRELES HERNANDEZ Enrique" userId="59608afa-8118-4e24-a4f5-0eda2870f65c" providerId="ADAL" clId="{F986A30C-396F-42B9-99B4-0662258C0C71}" dt="2026-05-28T14:12:03.992" v="12119" actId="478"/>
          <ac:grpSpMkLst>
            <pc:docMk/>
            <pc:sldMk cId="2292262905" sldId="395"/>
            <ac:grpSpMk id="11" creationId="{01C607AD-74C8-6D07-C568-D22597F72A85}"/>
          </ac:grpSpMkLst>
        </pc:grpChg>
        <pc:picChg chg="mod">
          <ac:chgData name="MIRELES HERNANDEZ Enrique" userId="59608afa-8118-4e24-a4f5-0eda2870f65c" providerId="ADAL" clId="{F986A30C-396F-42B9-99B4-0662258C0C71}" dt="2026-05-28T14:12:01.113" v="12118"/>
          <ac:picMkLst>
            <pc:docMk/>
            <pc:sldMk cId="2292262905" sldId="395"/>
            <ac:picMk id="21" creationId="{7A3356B1-3B35-61D6-A3BD-1D10C2AF80C7}"/>
          </ac:picMkLst>
        </pc:picChg>
        <pc:picChg chg="mod">
          <ac:chgData name="MIRELES HERNANDEZ Enrique" userId="59608afa-8118-4e24-a4f5-0eda2870f65c" providerId="ADAL" clId="{F986A30C-396F-42B9-99B4-0662258C0C71}" dt="2026-05-28T14:12:01.113" v="12118"/>
          <ac:picMkLst>
            <pc:docMk/>
            <pc:sldMk cId="2292262905" sldId="395"/>
            <ac:picMk id="28" creationId="{14C12DCD-7A43-9B05-8EB2-DD9BEB89CAED}"/>
          </ac:picMkLst>
        </pc:picChg>
        <pc:picChg chg="mod">
          <ac:chgData name="MIRELES HERNANDEZ Enrique" userId="59608afa-8118-4e24-a4f5-0eda2870f65c" providerId="ADAL" clId="{F986A30C-396F-42B9-99B4-0662258C0C71}" dt="2026-05-28T14:12:01.113" v="12118"/>
          <ac:picMkLst>
            <pc:docMk/>
            <pc:sldMk cId="2292262905" sldId="395"/>
            <ac:picMk id="29" creationId="{70CE0507-BF36-3C45-72F2-596E2E9482C0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8T09:14:56.887" v="11835" actId="1076"/>
        <pc:sldMkLst>
          <pc:docMk/>
          <pc:sldMk cId="4097157474" sldId="405"/>
        </pc:sldMkLst>
        <pc:spChg chg="mod">
          <ac:chgData name="MIRELES HERNANDEZ Enrique" userId="59608afa-8118-4e24-a4f5-0eda2870f65c" providerId="ADAL" clId="{F986A30C-396F-42B9-99B4-0662258C0C71}" dt="2026-05-22T17:05:11.641" v="10799" actId="14100"/>
          <ac:spMkLst>
            <pc:docMk/>
            <pc:sldMk cId="4097157474" sldId="405"/>
            <ac:spMk id="5" creationId="{79E097AE-B043-9001-106B-B40E6D7BCFAD}"/>
          </ac:spMkLst>
        </pc:spChg>
        <pc:spChg chg="mod">
          <ac:chgData name="MIRELES HERNANDEZ Enrique" userId="59608afa-8118-4e24-a4f5-0eda2870f65c" providerId="ADAL" clId="{F986A30C-396F-42B9-99B4-0662258C0C71}" dt="2026-05-26T08:56:40.411" v="11705" actId="20577"/>
          <ac:spMkLst>
            <pc:docMk/>
            <pc:sldMk cId="4097157474" sldId="405"/>
            <ac:spMk id="7" creationId="{87E645A8-FD54-6938-D5A9-ADC31C5747BF}"/>
          </ac:spMkLst>
        </pc:spChg>
        <pc:spChg chg="mod">
          <ac:chgData name="MIRELES HERNANDEZ Enrique" userId="59608afa-8118-4e24-a4f5-0eda2870f65c" providerId="ADAL" clId="{F986A30C-396F-42B9-99B4-0662258C0C71}" dt="2026-05-26T08:57:29.347" v="11725" actId="1076"/>
          <ac:spMkLst>
            <pc:docMk/>
            <pc:sldMk cId="4097157474" sldId="405"/>
            <ac:spMk id="11" creationId="{15A5205C-AC51-6D65-8207-17E8051FD4BF}"/>
          </ac:spMkLst>
        </pc:spChg>
        <pc:spChg chg="mod">
          <ac:chgData name="MIRELES HERNANDEZ Enrique" userId="59608afa-8118-4e24-a4f5-0eda2870f65c" providerId="ADAL" clId="{F986A30C-396F-42B9-99B4-0662258C0C71}" dt="2026-05-26T08:58:04.759" v="11733" actId="20577"/>
          <ac:spMkLst>
            <pc:docMk/>
            <pc:sldMk cId="4097157474" sldId="405"/>
            <ac:spMk id="13" creationId="{79929FD6-DAE9-9DE4-9971-9456DBA9D0E6}"/>
          </ac:spMkLst>
        </pc:spChg>
        <pc:grpChg chg="add mod">
          <ac:chgData name="MIRELES HERNANDEZ Enrique" userId="59608afa-8118-4e24-a4f5-0eda2870f65c" providerId="ADAL" clId="{F986A30C-396F-42B9-99B4-0662258C0C71}" dt="2026-05-26T08:57:33.824" v="11726" actId="1076"/>
          <ac:grpSpMkLst>
            <pc:docMk/>
            <pc:sldMk cId="4097157474" sldId="405"/>
            <ac:grpSpMk id="2" creationId="{F7F19FA7-18D8-F803-9106-813358D28781}"/>
          </ac:grpSpMkLst>
        </pc:grpChg>
        <pc:picChg chg="mod">
          <ac:chgData name="MIRELES HERNANDEZ Enrique" userId="59608afa-8118-4e24-a4f5-0eda2870f65c" providerId="ADAL" clId="{F986A30C-396F-42B9-99B4-0662258C0C71}" dt="2026-05-26T08:57:29.347" v="11725" actId="1076"/>
          <ac:picMkLst>
            <pc:docMk/>
            <pc:sldMk cId="4097157474" sldId="405"/>
            <ac:picMk id="8" creationId="{8A8E7A13-5674-117B-782A-14A9DE8C0A4B}"/>
          </ac:picMkLst>
        </pc:picChg>
        <pc:picChg chg="mod">
          <ac:chgData name="MIRELES HERNANDEZ Enrique" userId="59608afa-8118-4e24-a4f5-0eda2870f65c" providerId="ADAL" clId="{F986A30C-396F-42B9-99B4-0662258C0C71}" dt="2026-05-26T08:57:29.347" v="11725" actId="1076"/>
          <ac:picMkLst>
            <pc:docMk/>
            <pc:sldMk cId="4097157474" sldId="405"/>
            <ac:picMk id="9" creationId="{479C9338-D84D-3F2B-ABA4-E4C29F1EB9D6}"/>
          </ac:picMkLst>
        </pc:picChg>
        <pc:picChg chg="add mod">
          <ac:chgData name="MIRELES HERNANDEZ Enrique" userId="59608afa-8118-4e24-a4f5-0eda2870f65c" providerId="ADAL" clId="{F986A30C-396F-42B9-99B4-0662258C0C71}" dt="2026-05-28T09:14:46.080" v="11834" actId="1076"/>
          <ac:picMkLst>
            <pc:docMk/>
            <pc:sldMk cId="4097157474" sldId="405"/>
            <ac:picMk id="12" creationId="{82D0EBCD-9D8E-DE5E-4C08-CB02F06A8E57}"/>
          </ac:picMkLst>
        </pc:picChg>
        <pc:picChg chg="add mod ord">
          <ac:chgData name="MIRELES HERNANDEZ Enrique" userId="59608afa-8118-4e24-a4f5-0eda2870f65c" providerId="ADAL" clId="{F986A30C-396F-42B9-99B4-0662258C0C71}" dt="2026-05-28T09:14:56.887" v="11835" actId="1076"/>
          <ac:picMkLst>
            <pc:docMk/>
            <pc:sldMk cId="4097157474" sldId="405"/>
            <ac:picMk id="17" creationId="{D75127D3-768B-7769-2F48-82D95882D27B}"/>
          </ac:picMkLst>
        </pc:picChg>
        <pc:picChg chg="add del mod">
          <ac:chgData name="MIRELES HERNANDEZ Enrique" userId="59608afa-8118-4e24-a4f5-0eda2870f65c" providerId="ADAL" clId="{F986A30C-396F-42B9-99B4-0662258C0C71}" dt="2026-05-28T09:13:56.069" v="11821" actId="478"/>
          <ac:picMkLst>
            <pc:docMk/>
            <pc:sldMk cId="4097157474" sldId="405"/>
            <ac:picMk id="43" creationId="{A0CAFF7D-FA8C-3165-0B66-DB81CC724A29}"/>
          </ac:picMkLst>
        </pc:picChg>
        <pc:picChg chg="add del mod">
          <ac:chgData name="MIRELES HERNANDEZ Enrique" userId="59608afa-8118-4e24-a4f5-0eda2870f65c" providerId="ADAL" clId="{F986A30C-396F-42B9-99B4-0662258C0C71}" dt="2026-05-28T09:07:40.498" v="11793" actId="478"/>
          <ac:picMkLst>
            <pc:docMk/>
            <pc:sldMk cId="4097157474" sldId="405"/>
            <ac:picMk id="45" creationId="{EB01BA15-9D73-E07D-7B56-01BF1AEE174F}"/>
          </ac:picMkLst>
        </pc:picChg>
      </pc:sldChg>
      <pc:sldChg chg="addSp delSp modSp add del mod">
        <pc:chgData name="MIRELES HERNANDEZ Enrique" userId="59608afa-8118-4e24-a4f5-0eda2870f65c" providerId="ADAL" clId="{F986A30C-396F-42B9-99B4-0662258C0C71}" dt="2026-05-28T10:13:54.779" v="11935" actId="47"/>
        <pc:sldMkLst>
          <pc:docMk/>
          <pc:sldMk cId="935491617" sldId="406"/>
        </pc:sldMkLst>
      </pc:sldChg>
      <pc:sldChg chg="addSp delSp modSp add mod modNotesTx">
        <pc:chgData name="MIRELES HERNANDEZ Enrique" userId="59608afa-8118-4e24-a4f5-0eda2870f65c" providerId="ADAL" clId="{F986A30C-396F-42B9-99B4-0662258C0C71}" dt="2026-05-28T10:13:10.244" v="11934" actId="1582"/>
        <pc:sldMkLst>
          <pc:docMk/>
          <pc:sldMk cId="2056357060" sldId="407"/>
        </pc:sldMkLst>
        <pc:spChg chg="mod">
          <ac:chgData name="MIRELES HERNANDEZ Enrique" userId="59608afa-8118-4e24-a4f5-0eda2870f65c" providerId="ADAL" clId="{F986A30C-396F-42B9-99B4-0662258C0C71}" dt="2026-05-28T10:10:48.940" v="11901" actId="20577"/>
          <ac:spMkLst>
            <pc:docMk/>
            <pc:sldMk cId="2056357060" sldId="407"/>
            <ac:spMk id="5" creationId="{16B9413F-AEF1-8272-48EA-22A1AED4B9CA}"/>
          </ac:spMkLst>
        </pc:spChg>
        <pc:spChg chg="mod">
          <ac:chgData name="MIRELES HERNANDEZ Enrique" userId="59608afa-8118-4e24-a4f5-0eda2870f65c" providerId="ADAL" clId="{F986A30C-396F-42B9-99B4-0662258C0C71}" dt="2026-05-28T10:10:34.544" v="11881"/>
          <ac:spMkLst>
            <pc:docMk/>
            <pc:sldMk cId="2056357060" sldId="407"/>
            <ac:spMk id="7" creationId="{E72F8D8C-6C4E-34F8-90CA-78EA4642CB46}"/>
          </ac:spMkLst>
        </pc:spChg>
        <pc:spChg chg="mod">
          <ac:chgData name="MIRELES HERNANDEZ Enrique" userId="59608afa-8118-4e24-a4f5-0eda2870f65c" providerId="ADAL" clId="{F986A30C-396F-42B9-99B4-0662258C0C71}" dt="2026-05-28T10:10:34.544" v="11881"/>
          <ac:spMkLst>
            <pc:docMk/>
            <pc:sldMk cId="2056357060" sldId="407"/>
            <ac:spMk id="10" creationId="{B4AC8E77-E40E-9223-72F2-C5BB9EDAB7D0}"/>
          </ac:spMkLst>
        </pc:spChg>
        <pc:spChg chg="mod">
          <ac:chgData name="MIRELES HERNANDEZ Enrique" userId="59608afa-8118-4e24-a4f5-0eda2870f65c" providerId="ADAL" clId="{F986A30C-396F-42B9-99B4-0662258C0C71}" dt="2026-05-28T10:10:34.544" v="11881"/>
          <ac:spMkLst>
            <pc:docMk/>
            <pc:sldMk cId="2056357060" sldId="407"/>
            <ac:spMk id="11" creationId="{4B89788B-2FC1-4A18-D0A2-ADF051479E18}"/>
          </ac:spMkLst>
        </pc:spChg>
        <pc:spChg chg="add mod ord">
          <ac:chgData name="MIRELES HERNANDEZ Enrique" userId="59608afa-8118-4e24-a4f5-0eda2870f65c" providerId="ADAL" clId="{F986A30C-396F-42B9-99B4-0662258C0C71}" dt="2026-05-28T10:12:58.564" v="11932" actId="14100"/>
          <ac:spMkLst>
            <pc:docMk/>
            <pc:sldMk cId="2056357060" sldId="407"/>
            <ac:spMk id="62" creationId="{55BABB53-C619-58D1-786F-97C480D21B6C}"/>
          </ac:spMkLst>
        </pc:spChg>
        <pc:grpChg chg="add mod">
          <ac:chgData name="MIRELES HERNANDEZ Enrique" userId="59608afa-8118-4e24-a4f5-0eda2870f65c" providerId="ADAL" clId="{F986A30C-396F-42B9-99B4-0662258C0C71}" dt="2026-05-28T10:10:52.507" v="11902" actId="1076"/>
          <ac:grpSpMkLst>
            <pc:docMk/>
            <pc:sldMk cId="2056357060" sldId="407"/>
            <ac:grpSpMk id="2" creationId="{642CF299-707B-0B1A-1103-EBAAE5BAA551}"/>
          </ac:grpSpMkLst>
        </pc:grpChg>
        <pc:grpChg chg="add del mod">
          <ac:chgData name="MIRELES HERNANDEZ Enrique" userId="59608afa-8118-4e24-a4f5-0eda2870f65c" providerId="ADAL" clId="{F986A30C-396F-42B9-99B4-0662258C0C71}" dt="2026-05-28T10:10:34.242" v="11880" actId="478"/>
          <ac:grpSpMkLst>
            <pc:docMk/>
            <pc:sldMk cId="2056357060" sldId="407"/>
            <ac:grpSpMk id="43" creationId="{5B3DF867-F570-35F4-35B0-D5BF99D7EB4E}"/>
          </ac:grpSpMkLst>
        </pc:grpChg>
        <pc:picChg chg="mod">
          <ac:chgData name="MIRELES HERNANDEZ Enrique" userId="59608afa-8118-4e24-a4f5-0eda2870f65c" providerId="ADAL" clId="{F986A30C-396F-42B9-99B4-0662258C0C71}" dt="2026-05-28T10:10:34.544" v="11881"/>
          <ac:picMkLst>
            <pc:docMk/>
            <pc:sldMk cId="2056357060" sldId="407"/>
            <ac:picMk id="8" creationId="{140D9B9C-8FFF-AD2C-3697-2A68E4A2CE32}"/>
          </ac:picMkLst>
        </pc:picChg>
        <pc:picChg chg="mod">
          <ac:chgData name="MIRELES HERNANDEZ Enrique" userId="59608afa-8118-4e24-a4f5-0eda2870f65c" providerId="ADAL" clId="{F986A30C-396F-42B9-99B4-0662258C0C71}" dt="2026-05-28T10:10:34.544" v="11881"/>
          <ac:picMkLst>
            <pc:docMk/>
            <pc:sldMk cId="2056357060" sldId="407"/>
            <ac:picMk id="9" creationId="{A021F819-37E6-0519-060C-2A58D76BF2E8}"/>
          </ac:picMkLst>
        </pc:picChg>
        <pc:picChg chg="add del mod">
          <ac:chgData name="MIRELES HERNANDEZ Enrique" userId="59608afa-8118-4e24-a4f5-0eda2870f65c" providerId="ADAL" clId="{F986A30C-396F-42B9-99B4-0662258C0C71}" dt="2026-05-28T10:11:16.829" v="11907" actId="478"/>
          <ac:picMkLst>
            <pc:docMk/>
            <pc:sldMk cId="2056357060" sldId="407"/>
            <ac:picMk id="13" creationId="{F54946E5-E258-DC2D-6E01-4EF395737605}"/>
          </ac:picMkLst>
        </pc:picChg>
        <pc:picChg chg="add mod">
          <ac:chgData name="MIRELES HERNANDEZ Enrique" userId="59608afa-8118-4e24-a4f5-0eda2870f65c" providerId="ADAL" clId="{F986A30C-396F-42B9-99B4-0662258C0C71}" dt="2026-05-28T10:12:21.629" v="11923" actId="1076"/>
          <ac:picMkLst>
            <pc:docMk/>
            <pc:sldMk cId="2056357060" sldId="407"/>
            <ac:picMk id="17" creationId="{AD5158C0-85C5-1775-8B57-035F5438C816}"/>
          </ac:picMkLst>
        </pc:picChg>
        <pc:picChg chg="add mod">
          <ac:chgData name="MIRELES HERNANDEZ Enrique" userId="59608afa-8118-4e24-a4f5-0eda2870f65c" providerId="ADAL" clId="{F986A30C-396F-42B9-99B4-0662258C0C71}" dt="2026-05-28T10:13:10.244" v="11934" actId="1582"/>
          <ac:picMkLst>
            <pc:docMk/>
            <pc:sldMk cId="2056357060" sldId="407"/>
            <ac:picMk id="19" creationId="{53BCCAB5-7679-EDB0-2D22-E2E52EB3217D}"/>
          </ac:picMkLst>
        </pc:picChg>
        <pc:picChg chg="add del mod">
          <ac:chgData name="MIRELES HERNANDEZ Enrique" userId="59608afa-8118-4e24-a4f5-0eda2870f65c" providerId="ADAL" clId="{F986A30C-396F-42B9-99B4-0662258C0C71}" dt="2026-05-28T10:10:22.918" v="11877" actId="478"/>
          <ac:picMkLst>
            <pc:docMk/>
            <pc:sldMk cId="2056357060" sldId="407"/>
            <ac:picMk id="56" creationId="{E6C8525B-FDD9-52BD-8BC4-5F85C3703AE3}"/>
          </ac:picMkLst>
        </pc:picChg>
        <pc:picChg chg="add del mod">
          <ac:chgData name="MIRELES HERNANDEZ Enrique" userId="59608afa-8118-4e24-a4f5-0eda2870f65c" providerId="ADAL" clId="{F986A30C-396F-42B9-99B4-0662258C0C71}" dt="2026-05-28T10:10:24.560" v="11879" actId="478"/>
          <ac:picMkLst>
            <pc:docMk/>
            <pc:sldMk cId="2056357060" sldId="407"/>
            <ac:picMk id="61" creationId="{333A1858-4A99-C2B8-5EEB-89D64513A712}"/>
          </ac:picMkLst>
        </pc:picChg>
        <pc:picChg chg="add del mod">
          <ac:chgData name="MIRELES HERNANDEZ Enrique" userId="59608afa-8118-4e24-a4f5-0eda2870f65c" providerId="ADAL" clId="{F986A30C-396F-42B9-99B4-0662258C0C71}" dt="2026-05-28T10:10:23.367" v="11878" actId="478"/>
          <ac:picMkLst>
            <pc:docMk/>
            <pc:sldMk cId="2056357060" sldId="407"/>
            <ac:picMk id="1024" creationId="{A1918CED-DD41-1C72-5475-E3C40AF072FB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3105334751" sldId="408"/>
        </pc:sldMkLst>
        <pc:spChg chg="mod">
          <ac:chgData name="MIRELES HERNANDEZ Enrique" userId="59608afa-8118-4e24-a4f5-0eda2870f65c" providerId="ADAL" clId="{F986A30C-396F-42B9-99B4-0662258C0C71}" dt="2026-05-26T00:45:27.640" v="11361" actId="1076"/>
          <ac:spMkLst>
            <pc:docMk/>
            <pc:sldMk cId="3105334751" sldId="408"/>
            <ac:spMk id="5" creationId="{67AC7E65-EB81-9834-CF84-9A9FF8C9FCB8}"/>
          </ac:spMkLst>
        </pc:spChg>
        <pc:spChg chg="mod">
          <ac:chgData name="MIRELES HERNANDEZ Enrique" userId="59608afa-8118-4e24-a4f5-0eda2870f65c" providerId="ADAL" clId="{F986A30C-396F-42B9-99B4-0662258C0C71}" dt="2026-05-28T13:46:28.521" v="11957" actId="1076"/>
          <ac:spMkLst>
            <pc:docMk/>
            <pc:sldMk cId="3105334751" sldId="408"/>
            <ac:spMk id="7" creationId="{59008F6C-EA69-0CDD-A392-9EC1468ACD48}"/>
          </ac:spMkLst>
        </pc:spChg>
        <pc:spChg chg="mod">
          <ac:chgData name="MIRELES HERNANDEZ Enrique" userId="59608afa-8118-4e24-a4f5-0eda2870f65c" providerId="ADAL" clId="{F986A30C-396F-42B9-99B4-0662258C0C71}" dt="2026-05-28T13:46:26.301" v="11956" actId="1076"/>
          <ac:spMkLst>
            <pc:docMk/>
            <pc:sldMk cId="3105334751" sldId="408"/>
            <ac:spMk id="10" creationId="{0C3A11B1-D732-2D05-2D5B-6FD3633ACDE5}"/>
          </ac:spMkLst>
        </pc:spChg>
        <pc:spChg chg="mod">
          <ac:chgData name="MIRELES HERNANDEZ Enrique" userId="59608afa-8118-4e24-a4f5-0eda2870f65c" providerId="ADAL" clId="{F986A30C-396F-42B9-99B4-0662258C0C71}" dt="2026-05-28T13:46:11.904" v="11952" actId="20577"/>
          <ac:spMkLst>
            <pc:docMk/>
            <pc:sldMk cId="3105334751" sldId="408"/>
            <ac:spMk id="11" creationId="{D6B6DB8D-2FF8-6E0B-C078-6C3816256159}"/>
          </ac:spMkLst>
        </pc:spChg>
        <pc:spChg chg="add mod">
          <ac:chgData name="MIRELES HERNANDEZ Enrique" userId="59608afa-8118-4e24-a4f5-0eda2870f65c" providerId="ADAL" clId="{F986A30C-396F-42B9-99B4-0662258C0C71}" dt="2026-05-28T13:46:36.882" v="11961" actId="164"/>
          <ac:spMkLst>
            <pc:docMk/>
            <pc:sldMk cId="3105334751" sldId="408"/>
            <ac:spMk id="13" creationId="{B2D053F6-3C21-A7AE-C854-DC8C370E793F}"/>
          </ac:spMkLst>
        </pc:spChg>
        <pc:spChg chg="add del mod">
          <ac:chgData name="MIRELES HERNANDEZ Enrique" userId="59608afa-8118-4e24-a4f5-0eda2870f65c" providerId="ADAL" clId="{F986A30C-396F-42B9-99B4-0662258C0C71}" dt="2026-05-28T13:45:11.269" v="11937" actId="478"/>
          <ac:spMkLst>
            <pc:docMk/>
            <pc:sldMk cId="3105334751" sldId="408"/>
            <ac:spMk id="44" creationId="{071CDF68-5ED5-BC7C-8586-34FBFB9C1803}"/>
          </ac:spMkLst>
        </pc:spChg>
        <pc:spChg chg="add del mod">
          <ac:chgData name="MIRELES HERNANDEZ Enrique" userId="59608afa-8118-4e24-a4f5-0eda2870f65c" providerId="ADAL" clId="{F986A30C-396F-42B9-99B4-0662258C0C71}" dt="2026-05-28T13:45:13.222" v="11939" actId="478"/>
          <ac:spMkLst>
            <pc:docMk/>
            <pc:sldMk cId="3105334751" sldId="408"/>
            <ac:spMk id="45" creationId="{CC66BC96-7DF4-23A1-5901-0F46787FD47E}"/>
          </ac:spMkLst>
        </pc:spChg>
        <pc:spChg chg="add del mod">
          <ac:chgData name="MIRELES HERNANDEZ Enrique" userId="59608afa-8118-4e24-a4f5-0eda2870f65c" providerId="ADAL" clId="{F986A30C-396F-42B9-99B4-0662258C0C71}" dt="2026-05-28T13:59:12.185" v="12052" actId="478"/>
          <ac:spMkLst>
            <pc:docMk/>
            <pc:sldMk cId="3105334751" sldId="408"/>
            <ac:spMk id="49" creationId="{A8C1CB0B-33FF-F0CA-9EE5-B2CA1CEB9E22}"/>
          </ac:spMkLst>
        </pc:spChg>
        <pc:spChg chg="add del mod">
          <ac:chgData name="MIRELES HERNANDEZ Enrique" userId="59608afa-8118-4e24-a4f5-0eda2870f65c" providerId="ADAL" clId="{F986A30C-396F-42B9-99B4-0662258C0C71}" dt="2026-05-28T13:59:07.458" v="12050" actId="478"/>
          <ac:spMkLst>
            <pc:docMk/>
            <pc:sldMk cId="3105334751" sldId="408"/>
            <ac:spMk id="51" creationId="{7F574FC3-392F-DF0D-0F4E-C58D9284D8B9}"/>
          </ac:spMkLst>
        </pc:spChg>
        <pc:spChg chg="add mod">
          <ac:chgData name="MIRELES HERNANDEZ Enrique" userId="59608afa-8118-4e24-a4f5-0eda2870f65c" providerId="ADAL" clId="{F986A30C-396F-42B9-99B4-0662258C0C71}" dt="2026-05-28T13:59:10.662" v="12051" actId="1076"/>
          <ac:spMkLst>
            <pc:docMk/>
            <pc:sldMk cId="3105334751" sldId="408"/>
            <ac:spMk id="56" creationId="{E966CA17-5C82-DDE3-21C7-FF4788206472}"/>
          </ac:spMkLst>
        </pc:spChg>
        <pc:spChg chg="add mod">
          <ac:chgData name="MIRELES HERNANDEZ Enrique" userId="59608afa-8118-4e24-a4f5-0eda2870f65c" providerId="ADAL" clId="{F986A30C-396F-42B9-99B4-0662258C0C71}" dt="2026-05-28T13:59:19.186" v="12059" actId="20577"/>
          <ac:spMkLst>
            <pc:docMk/>
            <pc:sldMk cId="3105334751" sldId="408"/>
            <ac:spMk id="60" creationId="{570130F1-ED7B-5455-0412-97D531CE9583}"/>
          </ac:spMkLst>
        </pc:spChg>
        <pc:grpChg chg="add mod">
          <ac:chgData name="MIRELES HERNANDEZ Enrique" userId="59608afa-8118-4e24-a4f5-0eda2870f65c" providerId="ADAL" clId="{F986A30C-396F-42B9-99B4-0662258C0C71}" dt="2026-05-28T13:46:36.882" v="11961" actId="164"/>
          <ac:grpSpMkLst>
            <pc:docMk/>
            <pc:sldMk cId="3105334751" sldId="408"/>
            <ac:grpSpMk id="2" creationId="{1AEB760C-45ED-B58D-B35C-2F14C3699C7B}"/>
          </ac:grpSpMkLst>
        </pc:grpChg>
        <pc:grpChg chg="add mod">
          <ac:chgData name="MIRELES HERNANDEZ Enrique" userId="59608afa-8118-4e24-a4f5-0eda2870f65c" providerId="ADAL" clId="{F986A30C-396F-42B9-99B4-0662258C0C71}" dt="2026-05-28T13:56:12.647" v="12017" actId="1076"/>
          <ac:grpSpMkLst>
            <pc:docMk/>
            <pc:sldMk cId="3105334751" sldId="408"/>
            <ac:grpSpMk id="14" creationId="{3C916E89-BABC-5521-329C-2DFCE9CEE62B}"/>
          </ac:grpSpMkLst>
        </pc:grpChg>
        <pc:grpChg chg="add del mod">
          <ac:chgData name="MIRELES HERNANDEZ Enrique" userId="59608afa-8118-4e24-a4f5-0eda2870f65c" providerId="ADAL" clId="{F986A30C-396F-42B9-99B4-0662258C0C71}" dt="2026-05-28T13:46:30.606" v="11958" actId="478"/>
          <ac:grpSpMkLst>
            <pc:docMk/>
            <pc:sldMk cId="3105334751" sldId="408"/>
            <ac:grpSpMk id="43" creationId="{D4B0014E-FA8D-623E-6892-EFA07CADAC78}"/>
          </ac:grpSpMkLst>
        </pc:grpChg>
        <pc:picChg chg="mod">
          <ac:chgData name="MIRELES HERNANDEZ Enrique" userId="59608afa-8118-4e24-a4f5-0eda2870f65c" providerId="ADAL" clId="{F986A30C-396F-42B9-99B4-0662258C0C71}" dt="2026-05-28T13:45:38.010" v="11940"/>
          <ac:picMkLst>
            <pc:docMk/>
            <pc:sldMk cId="3105334751" sldId="408"/>
            <ac:picMk id="8" creationId="{5388CCCC-C226-4038-771A-5C00CD329F21}"/>
          </ac:picMkLst>
        </pc:picChg>
        <pc:picChg chg="mod">
          <ac:chgData name="MIRELES HERNANDEZ Enrique" userId="59608afa-8118-4e24-a4f5-0eda2870f65c" providerId="ADAL" clId="{F986A30C-396F-42B9-99B4-0662258C0C71}" dt="2026-05-28T13:46:23.754" v="11955" actId="1076"/>
          <ac:picMkLst>
            <pc:docMk/>
            <pc:sldMk cId="3105334751" sldId="408"/>
            <ac:picMk id="9" creationId="{4F707AAB-9E89-73BA-CB8C-E8F6C02EDDAA}"/>
          </ac:picMkLst>
        </pc:picChg>
        <pc:picChg chg="add mod">
          <ac:chgData name="MIRELES HERNANDEZ Enrique" userId="59608afa-8118-4e24-a4f5-0eda2870f65c" providerId="ADAL" clId="{F986A30C-396F-42B9-99B4-0662258C0C71}" dt="2026-05-28T13:46:36.882" v="11961" actId="164"/>
          <ac:picMkLst>
            <pc:docMk/>
            <pc:sldMk cId="3105334751" sldId="408"/>
            <ac:picMk id="12" creationId="{0664B9F0-41EB-04CA-765F-9A4AF7D65D34}"/>
          </ac:picMkLst>
        </pc:picChg>
        <pc:picChg chg="add del mod">
          <ac:chgData name="MIRELES HERNANDEZ Enrique" userId="59608afa-8118-4e24-a4f5-0eda2870f65c" providerId="ADAL" clId="{F986A30C-396F-42B9-99B4-0662258C0C71}" dt="2026-05-28T13:45:10.072" v="11936" actId="478"/>
          <ac:picMkLst>
            <pc:docMk/>
            <pc:sldMk cId="3105334751" sldId="408"/>
            <ac:picMk id="18" creationId="{33333791-EFC0-A331-86BF-A45554FCE91B}"/>
          </ac:picMkLst>
        </pc:picChg>
        <pc:picChg chg="add del mod">
          <ac:chgData name="MIRELES HERNANDEZ Enrique" userId="59608afa-8118-4e24-a4f5-0eda2870f65c" providerId="ADAL" clId="{F986A30C-396F-42B9-99B4-0662258C0C71}" dt="2026-05-28T13:58:59.695" v="12046" actId="478"/>
          <ac:picMkLst>
            <pc:docMk/>
            <pc:sldMk cId="3105334751" sldId="408"/>
            <ac:picMk id="19" creationId="{F74040BE-BAE2-AC2C-4DC0-E20F93FB46BC}"/>
          </ac:picMkLst>
        </pc:picChg>
        <pc:picChg chg="add del mod">
          <ac:chgData name="MIRELES HERNANDEZ Enrique" userId="59608afa-8118-4e24-a4f5-0eda2870f65c" providerId="ADAL" clId="{F986A30C-396F-42B9-99B4-0662258C0C71}" dt="2026-05-28T13:45:11.647" v="11938" actId="478"/>
          <ac:picMkLst>
            <pc:docMk/>
            <pc:sldMk cId="3105334751" sldId="408"/>
            <ac:picMk id="20" creationId="{3E5B7ECB-A589-7FD5-FB4E-5C037313DC47}"/>
          </ac:picMkLst>
        </pc:picChg>
        <pc:picChg chg="add del mod">
          <ac:chgData name="MIRELES HERNANDEZ Enrique" userId="59608afa-8118-4e24-a4f5-0eda2870f65c" providerId="ADAL" clId="{F986A30C-396F-42B9-99B4-0662258C0C71}" dt="2026-05-28T13:59:00.010" v="12047" actId="478"/>
          <ac:picMkLst>
            <pc:docMk/>
            <pc:sldMk cId="3105334751" sldId="408"/>
            <ac:picMk id="31" creationId="{46AFFFFF-0DC9-DA33-F250-5BB912614FD3}"/>
          </ac:picMkLst>
        </pc:picChg>
        <pc:picChg chg="add del mod">
          <ac:chgData name="MIRELES HERNANDEZ Enrique" userId="59608afa-8118-4e24-a4f5-0eda2870f65c" providerId="ADAL" clId="{F986A30C-396F-42B9-99B4-0662258C0C71}" dt="2026-05-28T14:01:02.031" v="12075" actId="478"/>
          <ac:picMkLst>
            <pc:docMk/>
            <pc:sldMk cId="3105334751" sldId="408"/>
            <ac:picMk id="62" creationId="{B34033C5-94E9-5AA5-F0A4-A2CEABB627A0}"/>
          </ac:picMkLst>
        </pc:picChg>
        <pc:picChg chg="add del mod">
          <ac:chgData name="MIRELES HERNANDEZ Enrique" userId="59608afa-8118-4e24-a4f5-0eda2870f65c" providerId="ADAL" clId="{F986A30C-396F-42B9-99B4-0662258C0C71}" dt="2026-05-28T14:01:30.651" v="12082" actId="478"/>
          <ac:picMkLst>
            <pc:docMk/>
            <pc:sldMk cId="3105334751" sldId="408"/>
            <ac:picMk id="1024" creationId="{7CF30111-81CD-A550-1883-CC4CC4906504}"/>
          </ac:picMkLst>
        </pc:picChg>
        <pc:picChg chg="add mod modCrop">
          <ac:chgData name="MIRELES HERNANDEZ Enrique" userId="59608afa-8118-4e24-a4f5-0eda2870f65c" providerId="ADAL" clId="{F986A30C-396F-42B9-99B4-0662258C0C71}" dt="2026-05-28T14:01:13.894" v="12081" actId="1076"/>
          <ac:picMkLst>
            <pc:docMk/>
            <pc:sldMk cId="3105334751" sldId="408"/>
            <ac:picMk id="1027" creationId="{E1A9BC75-6CAE-BB94-A444-29D2157F49D8}"/>
          </ac:picMkLst>
        </pc:picChg>
        <pc:picChg chg="add mod">
          <ac:chgData name="MIRELES HERNANDEZ Enrique" userId="59608afa-8118-4e24-a4f5-0eda2870f65c" providerId="ADAL" clId="{F986A30C-396F-42B9-99B4-0662258C0C71}" dt="2026-05-28T14:01:37.300" v="12087" actId="1076"/>
          <ac:picMkLst>
            <pc:docMk/>
            <pc:sldMk cId="3105334751" sldId="408"/>
            <ac:picMk id="1029" creationId="{EA2474D5-7C32-1D1C-5FD7-4EB805FBA8B2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3625987628" sldId="409"/>
        </pc:sldMkLst>
        <pc:spChg chg="mod">
          <ac:chgData name="MIRELES HERNANDEZ Enrique" userId="59608afa-8118-4e24-a4f5-0eda2870f65c" providerId="ADAL" clId="{F986A30C-396F-42B9-99B4-0662258C0C71}" dt="2026-05-26T00:54:05.693" v="11435" actId="20577"/>
          <ac:spMkLst>
            <pc:docMk/>
            <pc:sldMk cId="3625987628" sldId="409"/>
            <ac:spMk id="5" creationId="{F1883340-2E50-1AEF-79B4-385CB6C2EFC6}"/>
          </ac:spMkLst>
        </pc:spChg>
        <pc:spChg chg="mod">
          <ac:chgData name="MIRELES HERNANDEZ Enrique" userId="59608afa-8118-4e24-a4f5-0eda2870f65c" providerId="ADAL" clId="{F986A30C-396F-42B9-99B4-0662258C0C71}" dt="2026-05-28T13:47:35.662" v="11972"/>
          <ac:spMkLst>
            <pc:docMk/>
            <pc:sldMk cId="3625987628" sldId="409"/>
            <ac:spMk id="10" creationId="{F24CBCF9-A820-6BBA-D9BE-45C595603A62}"/>
          </ac:spMkLst>
        </pc:spChg>
        <pc:spChg chg="mod">
          <ac:chgData name="MIRELES HERNANDEZ Enrique" userId="59608afa-8118-4e24-a4f5-0eda2870f65c" providerId="ADAL" clId="{F986A30C-396F-42B9-99B4-0662258C0C71}" dt="2026-05-28T13:47:35.662" v="11972"/>
          <ac:spMkLst>
            <pc:docMk/>
            <pc:sldMk cId="3625987628" sldId="409"/>
            <ac:spMk id="11" creationId="{1F7DE048-825B-5092-4EB5-7022928729C7}"/>
          </ac:spMkLst>
        </pc:spChg>
        <pc:spChg chg="mod">
          <ac:chgData name="MIRELES HERNANDEZ Enrique" userId="59608afa-8118-4e24-a4f5-0eda2870f65c" providerId="ADAL" clId="{F986A30C-396F-42B9-99B4-0662258C0C71}" dt="2026-05-28T13:47:35.662" v="11972"/>
          <ac:spMkLst>
            <pc:docMk/>
            <pc:sldMk cId="3625987628" sldId="409"/>
            <ac:spMk id="14" creationId="{D1C18FD4-5B86-FDD1-E05D-BCB1501050F8}"/>
          </ac:spMkLst>
        </pc:spChg>
        <pc:spChg chg="mod">
          <ac:chgData name="MIRELES HERNANDEZ Enrique" userId="59608afa-8118-4e24-a4f5-0eda2870f65c" providerId="ADAL" clId="{F986A30C-396F-42B9-99B4-0662258C0C71}" dt="2026-05-28T13:47:35.662" v="11972"/>
          <ac:spMkLst>
            <pc:docMk/>
            <pc:sldMk cId="3625987628" sldId="409"/>
            <ac:spMk id="17" creationId="{AF16C663-28C1-B569-C042-0C3E0FD1DD60}"/>
          </ac:spMkLst>
        </pc:spChg>
        <pc:spChg chg="add mod">
          <ac:chgData name="MIRELES HERNANDEZ Enrique" userId="59608afa-8118-4e24-a4f5-0eda2870f65c" providerId="ADAL" clId="{F986A30C-396F-42B9-99B4-0662258C0C71}" dt="2026-05-28T13:47:24.245" v="11970" actId="1076"/>
          <ac:spMkLst>
            <pc:docMk/>
            <pc:sldMk cId="3625987628" sldId="409"/>
            <ac:spMk id="30" creationId="{BFE7A12E-56F2-32E8-67E5-2A10A8B5C8A5}"/>
          </ac:spMkLst>
        </pc:spChg>
        <pc:spChg chg="add mod">
          <ac:chgData name="MIRELES HERNANDEZ Enrique" userId="59608afa-8118-4e24-a4f5-0eda2870f65c" providerId="ADAL" clId="{F986A30C-396F-42B9-99B4-0662258C0C71}" dt="2026-05-28T13:53:34.517" v="11988" actId="20577"/>
          <ac:spMkLst>
            <pc:docMk/>
            <pc:sldMk cId="3625987628" sldId="409"/>
            <ac:spMk id="35" creationId="{02BC823D-9975-1B09-E71E-5E2314F24761}"/>
          </ac:spMkLst>
        </pc:spChg>
        <pc:grpChg chg="add mod">
          <ac:chgData name="MIRELES HERNANDEZ Enrique" userId="59608afa-8118-4e24-a4f5-0eda2870f65c" providerId="ADAL" clId="{F986A30C-396F-42B9-99B4-0662258C0C71}" dt="2026-05-28T13:47:39.374" v="11973" actId="1076"/>
          <ac:grpSpMkLst>
            <pc:docMk/>
            <pc:sldMk cId="3625987628" sldId="409"/>
            <ac:grpSpMk id="2" creationId="{D2456019-57EE-B014-3D45-EAA421649025}"/>
          </ac:grpSpMkLst>
        </pc:grpChg>
        <pc:grpChg chg="mod">
          <ac:chgData name="MIRELES HERNANDEZ Enrique" userId="59608afa-8118-4e24-a4f5-0eda2870f65c" providerId="ADAL" clId="{F986A30C-396F-42B9-99B4-0662258C0C71}" dt="2026-05-28T13:47:35.662" v="11972"/>
          <ac:grpSpMkLst>
            <pc:docMk/>
            <pc:sldMk cId="3625987628" sldId="409"/>
            <ac:grpSpMk id="8" creationId="{3974780C-F516-C99E-4F61-5217BE431168}"/>
          </ac:grpSpMkLst>
        </pc:grpChg>
        <pc:grpChg chg="add del mod">
          <ac:chgData name="MIRELES HERNANDEZ Enrique" userId="59608afa-8118-4e24-a4f5-0eda2870f65c" providerId="ADAL" clId="{F986A30C-396F-42B9-99B4-0662258C0C71}" dt="2026-05-28T13:47:35.235" v="11971" actId="478"/>
          <ac:grpSpMkLst>
            <pc:docMk/>
            <pc:sldMk cId="3625987628" sldId="409"/>
            <ac:grpSpMk id="18" creationId="{D3D2DC32-471F-BE85-C259-B4D23A93375C}"/>
          </ac:grpSpMkLst>
        </pc:grpChg>
        <pc:picChg chg="add mod">
          <ac:chgData name="MIRELES HERNANDEZ Enrique" userId="59608afa-8118-4e24-a4f5-0eda2870f65c" providerId="ADAL" clId="{F986A30C-396F-42B9-99B4-0662258C0C71}" dt="2026-05-28T13:47:21.207" v="11969" actId="1076"/>
          <ac:picMkLst>
            <pc:docMk/>
            <pc:sldMk cId="3625987628" sldId="409"/>
            <ac:picMk id="7" creationId="{317983E4-30C9-A405-C58F-643C7A5E12FD}"/>
          </ac:picMkLst>
        </pc:picChg>
        <pc:picChg chg="mod">
          <ac:chgData name="MIRELES HERNANDEZ Enrique" userId="59608afa-8118-4e24-a4f5-0eda2870f65c" providerId="ADAL" clId="{F986A30C-396F-42B9-99B4-0662258C0C71}" dt="2026-05-28T13:47:35.662" v="11972"/>
          <ac:picMkLst>
            <pc:docMk/>
            <pc:sldMk cId="3625987628" sldId="409"/>
            <ac:picMk id="9" creationId="{462C26D4-B106-4ADB-B336-90177B2BA247}"/>
          </ac:picMkLst>
        </pc:picChg>
        <pc:picChg chg="mod">
          <ac:chgData name="MIRELES HERNANDEZ Enrique" userId="59608afa-8118-4e24-a4f5-0eda2870f65c" providerId="ADAL" clId="{F986A30C-396F-42B9-99B4-0662258C0C71}" dt="2026-05-28T13:47:35.662" v="11972"/>
          <ac:picMkLst>
            <pc:docMk/>
            <pc:sldMk cId="3625987628" sldId="409"/>
            <ac:picMk id="12" creationId="{CB172D59-FAB9-684C-8336-4372F908D6CB}"/>
          </ac:picMkLst>
        </pc:picChg>
        <pc:picChg chg="mod">
          <ac:chgData name="MIRELES HERNANDEZ Enrique" userId="59608afa-8118-4e24-a4f5-0eda2870f65c" providerId="ADAL" clId="{F986A30C-396F-42B9-99B4-0662258C0C71}" dt="2026-05-28T13:47:35.662" v="11972"/>
          <ac:picMkLst>
            <pc:docMk/>
            <pc:sldMk cId="3625987628" sldId="409"/>
            <ac:picMk id="13" creationId="{4D6625D1-36ED-5EAA-0A0B-43E988B9B4C5}"/>
          </ac:picMkLst>
        </pc:picChg>
        <pc:picChg chg="add mod">
          <ac:chgData name="MIRELES HERNANDEZ Enrique" userId="59608afa-8118-4e24-a4f5-0eda2870f65c" providerId="ADAL" clId="{F986A30C-396F-42B9-99B4-0662258C0C71}" dt="2026-05-28T13:53:26.697" v="11978" actId="1076"/>
          <ac:picMkLst>
            <pc:docMk/>
            <pc:sldMk cId="3625987628" sldId="409"/>
            <ac:picMk id="33" creationId="{E5BF6BE6-8F88-3905-F1B1-F4E60C447E76}"/>
          </ac:picMkLst>
        </pc:picChg>
      </pc:sldChg>
      <pc:sldChg chg="addSp modSp add del mod modNotesTx">
        <pc:chgData name="MIRELES HERNANDEZ Enrique" userId="59608afa-8118-4e24-a4f5-0eda2870f65c" providerId="ADAL" clId="{F986A30C-396F-42B9-99B4-0662258C0C71}" dt="2026-05-28T14:04:10.363" v="12103" actId="47"/>
        <pc:sldMkLst>
          <pc:docMk/>
          <pc:sldMk cId="4026921374" sldId="410"/>
        </pc:sldMkLst>
      </pc:sldChg>
      <pc:sldChg chg="addSp delSp modSp add mod ord">
        <pc:chgData name="MIRELES HERNANDEZ Enrique" userId="59608afa-8118-4e24-a4f5-0eda2870f65c" providerId="ADAL" clId="{F986A30C-396F-42B9-99B4-0662258C0C71}" dt="2026-05-28T15:51:43.452" v="12334" actId="14100"/>
        <pc:sldMkLst>
          <pc:docMk/>
          <pc:sldMk cId="3329993695" sldId="412"/>
        </pc:sldMkLst>
        <pc:spChg chg="mod">
          <ac:chgData name="MIRELES HERNANDEZ Enrique" userId="59608afa-8118-4e24-a4f5-0eda2870f65c" providerId="ADAL" clId="{F986A30C-396F-42B9-99B4-0662258C0C71}" dt="2026-05-28T14:11:43.041" v="12109"/>
          <ac:spMkLst>
            <pc:docMk/>
            <pc:sldMk cId="3329993695" sldId="412"/>
            <ac:spMk id="20" creationId="{3C97A0D3-B3EE-2A0F-9B22-6C5879F4AA99}"/>
          </ac:spMkLst>
        </pc:spChg>
        <pc:spChg chg="mod">
          <ac:chgData name="MIRELES HERNANDEZ Enrique" userId="59608afa-8118-4e24-a4f5-0eda2870f65c" providerId="ADAL" clId="{F986A30C-396F-42B9-99B4-0662258C0C71}" dt="2026-05-28T14:11:43.041" v="12109"/>
          <ac:spMkLst>
            <pc:docMk/>
            <pc:sldMk cId="3329993695" sldId="412"/>
            <ac:spMk id="21" creationId="{B54A6ED5-B720-18D4-2CD2-275A00A75924}"/>
          </ac:spMkLst>
        </pc:spChg>
        <pc:spChg chg="mod">
          <ac:chgData name="MIRELES HERNANDEZ Enrique" userId="59608afa-8118-4e24-a4f5-0eda2870f65c" providerId="ADAL" clId="{F986A30C-396F-42B9-99B4-0662258C0C71}" dt="2026-05-28T14:11:43.041" v="12109"/>
          <ac:spMkLst>
            <pc:docMk/>
            <pc:sldMk cId="3329993695" sldId="412"/>
            <ac:spMk id="28" creationId="{F92D5F09-88D4-DE04-53DC-B14A7FFFA073}"/>
          </ac:spMkLst>
        </pc:spChg>
        <pc:spChg chg="mod">
          <ac:chgData name="MIRELES HERNANDEZ Enrique" userId="59608afa-8118-4e24-a4f5-0eda2870f65c" providerId="ADAL" clId="{F986A30C-396F-42B9-99B4-0662258C0C71}" dt="2026-05-28T14:11:43.041" v="12109"/>
          <ac:spMkLst>
            <pc:docMk/>
            <pc:sldMk cId="3329993695" sldId="412"/>
            <ac:spMk id="29" creationId="{D43F7B22-911C-C77D-41CA-A9C42B3DCB98}"/>
          </ac:spMkLst>
        </pc:spChg>
        <pc:grpChg chg="add mod">
          <ac:chgData name="MIRELES HERNANDEZ Enrique" userId="59608afa-8118-4e24-a4f5-0eda2870f65c" providerId="ADAL" clId="{F986A30C-396F-42B9-99B4-0662258C0C71}" dt="2026-05-28T14:11:43.041" v="12109"/>
          <ac:grpSpMkLst>
            <pc:docMk/>
            <pc:sldMk cId="3329993695" sldId="412"/>
            <ac:grpSpMk id="2" creationId="{2D2F067C-78EF-0225-1077-B486B55E734D}"/>
          </ac:grpSpMkLst>
        </pc:grpChg>
        <pc:grpChg chg="add del mod">
          <ac:chgData name="MIRELES HERNANDEZ Enrique" userId="59608afa-8118-4e24-a4f5-0eda2870f65c" providerId="ADAL" clId="{F986A30C-396F-42B9-99B4-0662258C0C71}" dt="2026-05-28T14:11:42.637" v="12108" actId="478"/>
          <ac:grpSpMkLst>
            <pc:docMk/>
            <pc:sldMk cId="3329993695" sldId="412"/>
            <ac:grpSpMk id="8" creationId="{930A0127-1590-3914-C94F-527785D838E9}"/>
          </ac:grpSpMkLst>
        </pc:grpChg>
        <pc:grpChg chg="mod">
          <ac:chgData name="MIRELES HERNANDEZ Enrique" userId="59608afa-8118-4e24-a4f5-0eda2870f65c" providerId="ADAL" clId="{F986A30C-396F-42B9-99B4-0662258C0C71}" dt="2026-05-28T14:11:43.041" v="12109"/>
          <ac:grpSpMkLst>
            <pc:docMk/>
            <pc:sldMk cId="3329993695" sldId="412"/>
            <ac:grpSpMk id="18" creationId="{DC91E944-1225-C471-9BA2-C6A39D52BC92}"/>
          </ac:grpSpMkLst>
        </pc:grpChg>
        <pc:picChg chg="add del mod">
          <ac:chgData name="MIRELES HERNANDEZ Enrique" userId="59608afa-8118-4e24-a4f5-0eda2870f65c" providerId="ADAL" clId="{F986A30C-396F-42B9-99B4-0662258C0C71}" dt="2026-05-28T14:11:45.934" v="12111" actId="478"/>
          <ac:picMkLst>
            <pc:docMk/>
            <pc:sldMk cId="3329993695" sldId="412"/>
            <ac:picMk id="7" creationId="{571B9B78-D91A-79E9-0454-78ABD9B37060}"/>
          </ac:picMkLst>
        </pc:picChg>
        <pc:picChg chg="mod">
          <ac:chgData name="MIRELES HERNANDEZ Enrique" userId="59608afa-8118-4e24-a4f5-0eda2870f65c" providerId="ADAL" clId="{F986A30C-396F-42B9-99B4-0662258C0C71}" dt="2026-05-28T14:11:43.041" v="12109"/>
          <ac:picMkLst>
            <pc:docMk/>
            <pc:sldMk cId="3329993695" sldId="412"/>
            <ac:picMk id="19" creationId="{E1B9C021-4ADC-EA05-7EFF-8372D4AD047F}"/>
          </ac:picMkLst>
        </pc:picChg>
        <pc:picChg chg="mod">
          <ac:chgData name="MIRELES HERNANDEZ Enrique" userId="59608afa-8118-4e24-a4f5-0eda2870f65c" providerId="ADAL" clId="{F986A30C-396F-42B9-99B4-0662258C0C71}" dt="2026-05-28T14:11:43.041" v="12109"/>
          <ac:picMkLst>
            <pc:docMk/>
            <pc:sldMk cId="3329993695" sldId="412"/>
            <ac:picMk id="24" creationId="{8D81F494-C1FA-67C2-AF6C-A4E1B662C475}"/>
          </ac:picMkLst>
        </pc:picChg>
        <pc:picChg chg="mod">
          <ac:chgData name="MIRELES HERNANDEZ Enrique" userId="59608afa-8118-4e24-a4f5-0eda2870f65c" providerId="ADAL" clId="{F986A30C-396F-42B9-99B4-0662258C0C71}" dt="2026-05-28T14:11:43.041" v="12109"/>
          <ac:picMkLst>
            <pc:docMk/>
            <pc:sldMk cId="3329993695" sldId="412"/>
            <ac:picMk id="26" creationId="{6AE935E6-EE84-979C-E9B0-3A14F46116F0}"/>
          </ac:picMkLst>
        </pc:picChg>
        <pc:picChg chg="add del mod">
          <ac:chgData name="MIRELES HERNANDEZ Enrique" userId="59608afa-8118-4e24-a4f5-0eda2870f65c" providerId="ADAL" clId="{F986A30C-396F-42B9-99B4-0662258C0C71}" dt="2026-05-28T15:00:46.686" v="12156" actId="478"/>
          <ac:picMkLst>
            <pc:docMk/>
            <pc:sldMk cId="3329993695" sldId="412"/>
            <ac:picMk id="31" creationId="{EDE38690-BA48-5B18-8360-ED4E7DCFACEB}"/>
          </ac:picMkLst>
        </pc:picChg>
        <pc:picChg chg="add del mod">
          <ac:chgData name="MIRELES HERNANDEZ Enrique" userId="59608afa-8118-4e24-a4f5-0eda2870f65c" providerId="ADAL" clId="{F986A30C-396F-42B9-99B4-0662258C0C71}" dt="2026-05-28T15:00:46.999" v="12157" actId="478"/>
          <ac:picMkLst>
            <pc:docMk/>
            <pc:sldMk cId="3329993695" sldId="412"/>
            <ac:picMk id="35" creationId="{9CF50216-9223-9407-3FA4-214B075A3F6D}"/>
          </ac:picMkLst>
        </pc:picChg>
        <pc:picChg chg="add mod">
          <ac:chgData name="MIRELES HERNANDEZ Enrique" userId="59608afa-8118-4e24-a4f5-0eda2870f65c" providerId="ADAL" clId="{F986A30C-396F-42B9-99B4-0662258C0C71}" dt="2026-05-28T15:51:40.923" v="12333" actId="14100"/>
          <ac:picMkLst>
            <pc:docMk/>
            <pc:sldMk cId="3329993695" sldId="412"/>
            <ac:picMk id="44" creationId="{D5A6B23F-AD19-E5C5-6BE3-579A2F0CCBDE}"/>
          </ac:picMkLst>
        </pc:picChg>
        <pc:picChg chg="add mod">
          <ac:chgData name="MIRELES HERNANDEZ Enrique" userId="59608afa-8118-4e24-a4f5-0eda2870f65c" providerId="ADAL" clId="{F986A30C-396F-42B9-99B4-0662258C0C71}" dt="2026-05-28T15:51:43.452" v="12334" actId="14100"/>
          <ac:picMkLst>
            <pc:docMk/>
            <pc:sldMk cId="3329993695" sldId="412"/>
            <ac:picMk id="49" creationId="{84EF61E3-CB75-BCED-2EC8-7F50EBFA84D3}"/>
          </ac:picMkLst>
        </pc:picChg>
      </pc:sldChg>
      <pc:sldChg chg="addSp delSp modSp add mod delAnim modAnim">
        <pc:chgData name="MIRELES HERNANDEZ Enrique" userId="59608afa-8118-4e24-a4f5-0eda2870f65c" providerId="ADAL" clId="{F986A30C-396F-42B9-99B4-0662258C0C71}" dt="2026-05-28T15:38:32.233" v="12286" actId="478"/>
        <pc:sldMkLst>
          <pc:docMk/>
          <pc:sldMk cId="3955214100" sldId="413"/>
        </pc:sldMkLst>
        <pc:spChg chg="mod">
          <ac:chgData name="MIRELES HERNANDEZ Enrique" userId="59608afa-8118-4e24-a4f5-0eda2870f65c" providerId="ADAL" clId="{F986A30C-396F-42B9-99B4-0662258C0C71}" dt="2026-05-26T01:11:05.768" v="11610" actId="20577"/>
          <ac:spMkLst>
            <pc:docMk/>
            <pc:sldMk cId="3955214100" sldId="413"/>
            <ac:spMk id="5" creationId="{C6FBDFA1-432B-7CAD-A1F4-FC7093FC6488}"/>
          </ac:spMkLst>
        </pc:spChg>
        <pc:picChg chg="add del mod">
          <ac:chgData name="MIRELES HERNANDEZ Enrique" userId="59608afa-8118-4e24-a4f5-0eda2870f65c" providerId="ADAL" clId="{F986A30C-396F-42B9-99B4-0662258C0C71}" dt="2026-05-28T15:31:15.334" v="12226" actId="478"/>
          <ac:picMkLst>
            <pc:docMk/>
            <pc:sldMk cId="3955214100" sldId="413"/>
            <ac:picMk id="7" creationId="{AF17387A-C94C-39CA-C5CB-18FEC0D12BF1}"/>
          </ac:picMkLst>
        </pc:picChg>
        <pc:picChg chg="add del mod">
          <ac:chgData name="MIRELES HERNANDEZ Enrique" userId="59608afa-8118-4e24-a4f5-0eda2870f65c" providerId="ADAL" clId="{F986A30C-396F-42B9-99B4-0662258C0C71}" dt="2026-05-28T15:31:48.045" v="12232" actId="478"/>
          <ac:picMkLst>
            <pc:docMk/>
            <pc:sldMk cId="3955214100" sldId="413"/>
            <ac:picMk id="9" creationId="{9602D193-D9C4-2D8C-8A4D-38419A2C85C1}"/>
          </ac:picMkLst>
        </pc:picChg>
        <pc:picChg chg="add del mod">
          <ac:chgData name="MIRELES HERNANDEZ Enrique" userId="59608afa-8118-4e24-a4f5-0eda2870f65c" providerId="ADAL" clId="{F986A30C-396F-42B9-99B4-0662258C0C71}" dt="2026-05-28T15:32:03.570" v="12238" actId="478"/>
          <ac:picMkLst>
            <pc:docMk/>
            <pc:sldMk cId="3955214100" sldId="413"/>
            <ac:picMk id="11" creationId="{A224CBEA-1891-1857-BBF5-3D35D992F8B3}"/>
          </ac:picMkLst>
        </pc:picChg>
        <pc:picChg chg="add mod">
          <ac:chgData name="MIRELES HERNANDEZ Enrique" userId="59608afa-8118-4e24-a4f5-0eda2870f65c" providerId="ADAL" clId="{F986A30C-396F-42B9-99B4-0662258C0C71}" dt="2026-05-28T15:32:10.291" v="12243" actId="1076"/>
          <ac:picMkLst>
            <pc:docMk/>
            <pc:sldMk cId="3955214100" sldId="413"/>
            <ac:picMk id="13" creationId="{9D13A671-C7A6-36B6-3764-BF011F53FABC}"/>
          </ac:picMkLst>
        </pc:picChg>
        <pc:picChg chg="add del mod">
          <ac:chgData name="MIRELES HERNANDEZ Enrique" userId="59608afa-8118-4e24-a4f5-0eda2870f65c" providerId="ADAL" clId="{F986A30C-396F-42B9-99B4-0662258C0C71}" dt="2026-05-28T15:36:29.032" v="12247" actId="478"/>
          <ac:picMkLst>
            <pc:docMk/>
            <pc:sldMk cId="3955214100" sldId="413"/>
            <ac:picMk id="17" creationId="{B462DC9E-75EB-EED0-E016-44325DCACA08}"/>
          </ac:picMkLst>
        </pc:picChg>
        <pc:picChg chg="add mod modCrop">
          <ac:chgData name="MIRELES HERNANDEZ Enrique" userId="59608afa-8118-4e24-a4f5-0eda2870f65c" providerId="ADAL" clId="{F986A30C-396F-42B9-99B4-0662258C0C71}" dt="2026-05-28T15:38:23.895" v="12282" actId="1076"/>
          <ac:picMkLst>
            <pc:docMk/>
            <pc:sldMk cId="3955214100" sldId="413"/>
            <ac:picMk id="19" creationId="{6FCC20B6-E9BA-0AF9-9B37-266F92933891}"/>
          </ac:picMkLst>
        </pc:picChg>
        <pc:picChg chg="add mod modCrop">
          <ac:chgData name="MIRELES HERNANDEZ Enrique" userId="59608afa-8118-4e24-a4f5-0eda2870f65c" providerId="ADAL" clId="{F986A30C-396F-42B9-99B4-0662258C0C71}" dt="2026-05-28T15:38:22.570" v="12281" actId="1076"/>
          <ac:picMkLst>
            <pc:docMk/>
            <pc:sldMk cId="3955214100" sldId="413"/>
            <ac:picMk id="21" creationId="{D30323CD-B8E4-6AFA-B8A9-6A2B0AA5C179}"/>
          </ac:picMkLst>
        </pc:picChg>
        <pc:picChg chg="add mod">
          <ac:chgData name="MIRELES HERNANDEZ Enrique" userId="59608afa-8118-4e24-a4f5-0eda2870f65c" providerId="ADAL" clId="{F986A30C-396F-42B9-99B4-0662258C0C71}" dt="2026-05-28T15:37:44.925" v="12272" actId="1076"/>
          <ac:picMkLst>
            <pc:docMk/>
            <pc:sldMk cId="3955214100" sldId="413"/>
            <ac:picMk id="24" creationId="{C0AECA9F-C44C-A6CE-726D-1FDD60E4BA8B}"/>
          </ac:picMkLst>
        </pc:picChg>
        <pc:picChg chg="add del mod">
          <ac:chgData name="MIRELES HERNANDEZ Enrique" userId="59608afa-8118-4e24-a4f5-0eda2870f65c" providerId="ADAL" clId="{F986A30C-396F-42B9-99B4-0662258C0C71}" dt="2026-05-28T15:38:32.233" v="12286" actId="478"/>
          <ac:picMkLst>
            <pc:docMk/>
            <pc:sldMk cId="3955214100" sldId="413"/>
            <ac:picMk id="26" creationId="{B0D828EA-69B1-7106-5403-8E6E3B339031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14:54:39.546" v="12137" actId="1076"/>
        <pc:sldMkLst>
          <pc:docMk/>
          <pc:sldMk cId="1935504471" sldId="414"/>
        </pc:sldMkLst>
        <pc:spChg chg="mod">
          <ac:chgData name="MIRELES HERNANDEZ Enrique" userId="59608afa-8118-4e24-a4f5-0eda2870f65c" providerId="ADAL" clId="{F986A30C-396F-42B9-99B4-0662258C0C71}" dt="2026-05-26T01:01:22.905" v="11501" actId="20577"/>
          <ac:spMkLst>
            <pc:docMk/>
            <pc:sldMk cId="1935504471" sldId="414"/>
            <ac:spMk id="5" creationId="{A7CD0866-226E-A01E-56AC-262689BFC430}"/>
          </ac:spMkLst>
        </pc:spChg>
        <pc:spChg chg="mod">
          <ac:chgData name="MIRELES HERNANDEZ Enrique" userId="59608afa-8118-4e24-a4f5-0eda2870f65c" providerId="ADAL" clId="{F986A30C-396F-42B9-99B4-0662258C0C71}" dt="2026-05-28T14:11:51.752" v="12115"/>
          <ac:spMkLst>
            <pc:docMk/>
            <pc:sldMk cId="1935504471" sldId="414"/>
            <ac:spMk id="10" creationId="{388D0F90-1EF8-B7FF-49BC-E92E711607D2}"/>
          </ac:spMkLst>
        </pc:spChg>
        <pc:spChg chg="mod">
          <ac:chgData name="MIRELES HERNANDEZ Enrique" userId="59608afa-8118-4e24-a4f5-0eda2870f65c" providerId="ADAL" clId="{F986A30C-396F-42B9-99B4-0662258C0C71}" dt="2026-05-28T14:11:51.752" v="12115"/>
          <ac:spMkLst>
            <pc:docMk/>
            <pc:sldMk cId="1935504471" sldId="414"/>
            <ac:spMk id="24" creationId="{B51CA2A5-01A4-3DDA-DF6B-D755E9916B7C}"/>
          </ac:spMkLst>
        </pc:spChg>
        <pc:spChg chg="mod">
          <ac:chgData name="MIRELES HERNANDEZ Enrique" userId="59608afa-8118-4e24-a4f5-0eda2870f65c" providerId="ADAL" clId="{F986A30C-396F-42B9-99B4-0662258C0C71}" dt="2026-05-28T14:11:51.752" v="12115"/>
          <ac:spMkLst>
            <pc:docMk/>
            <pc:sldMk cId="1935504471" sldId="414"/>
            <ac:spMk id="29" creationId="{4CBB39F4-3B7F-F002-B364-D7B5DA4B7536}"/>
          </ac:spMkLst>
        </pc:spChg>
        <pc:spChg chg="mod">
          <ac:chgData name="MIRELES HERNANDEZ Enrique" userId="59608afa-8118-4e24-a4f5-0eda2870f65c" providerId="ADAL" clId="{F986A30C-396F-42B9-99B4-0662258C0C71}" dt="2026-05-28T14:11:51.752" v="12115"/>
          <ac:spMkLst>
            <pc:docMk/>
            <pc:sldMk cId="1935504471" sldId="414"/>
            <ac:spMk id="30" creationId="{BB530E34-7211-5409-4D9B-9D9269A8E2A4}"/>
          </ac:spMkLst>
        </pc:spChg>
        <pc:grpChg chg="add mod">
          <ac:chgData name="MIRELES HERNANDEZ Enrique" userId="59608afa-8118-4e24-a4f5-0eda2870f65c" providerId="ADAL" clId="{F986A30C-396F-42B9-99B4-0662258C0C71}" dt="2026-05-28T14:11:51.752" v="12115"/>
          <ac:grpSpMkLst>
            <pc:docMk/>
            <pc:sldMk cId="1935504471" sldId="414"/>
            <ac:grpSpMk id="2" creationId="{F7C75D7B-F5CA-AF04-C079-A7246B62A73B}"/>
          </ac:grpSpMkLst>
        </pc:grpChg>
        <pc:grpChg chg="mod">
          <ac:chgData name="MIRELES HERNANDEZ Enrique" userId="59608afa-8118-4e24-a4f5-0eda2870f65c" providerId="ADAL" clId="{F986A30C-396F-42B9-99B4-0662258C0C71}" dt="2026-05-28T14:11:51.752" v="12115"/>
          <ac:grpSpMkLst>
            <pc:docMk/>
            <pc:sldMk cId="1935504471" sldId="414"/>
            <ac:grpSpMk id="7" creationId="{B181E8DB-9C39-11C0-D7A1-D1261C7991AB}"/>
          </ac:grpSpMkLst>
        </pc:grpChg>
        <pc:grpChg chg="add del mod">
          <ac:chgData name="MIRELES HERNANDEZ Enrique" userId="59608afa-8118-4e24-a4f5-0eda2870f65c" providerId="ADAL" clId="{F986A30C-396F-42B9-99B4-0662258C0C71}" dt="2026-05-28T14:11:51.072" v="12114" actId="478"/>
          <ac:grpSpMkLst>
            <pc:docMk/>
            <pc:sldMk cId="1935504471" sldId="414"/>
            <ac:grpSpMk id="12" creationId="{B792C60B-3A2E-69E2-9941-3D148F314E62}"/>
          </ac:grpSpMkLst>
        </pc:grpChg>
        <pc:picChg chg="mod">
          <ac:chgData name="MIRELES HERNANDEZ Enrique" userId="59608afa-8118-4e24-a4f5-0eda2870f65c" providerId="ADAL" clId="{F986A30C-396F-42B9-99B4-0662258C0C71}" dt="2026-05-28T14:11:51.752" v="12115"/>
          <ac:picMkLst>
            <pc:docMk/>
            <pc:sldMk cId="1935504471" sldId="414"/>
            <ac:picMk id="8" creationId="{EBAE9789-6CE1-9C1C-464C-43A4964E0761}"/>
          </ac:picMkLst>
        </pc:picChg>
        <pc:picChg chg="add del mod">
          <ac:chgData name="MIRELES HERNANDEZ Enrique" userId="59608afa-8118-4e24-a4f5-0eda2870f65c" providerId="ADAL" clId="{F986A30C-396F-42B9-99B4-0662258C0C71}" dt="2026-05-28T14:11:48.321" v="12112" actId="478"/>
          <ac:picMkLst>
            <pc:docMk/>
            <pc:sldMk cId="1935504471" sldId="414"/>
            <ac:picMk id="9" creationId="{4F25D469-21B7-9A62-F1C0-E4EDE8F03DD7}"/>
          </ac:picMkLst>
        </pc:picChg>
        <pc:picChg chg="add del mod">
          <ac:chgData name="MIRELES HERNANDEZ Enrique" userId="59608afa-8118-4e24-a4f5-0eda2870f65c" providerId="ADAL" clId="{F986A30C-396F-42B9-99B4-0662258C0C71}" dt="2026-05-28T14:11:48.700" v="12113" actId="478"/>
          <ac:picMkLst>
            <pc:docMk/>
            <pc:sldMk cId="1935504471" sldId="414"/>
            <ac:picMk id="11" creationId="{C9262336-2738-96F3-050C-FCCBD43DEF2D}"/>
          </ac:picMkLst>
        </pc:picChg>
        <pc:picChg chg="mod">
          <ac:chgData name="MIRELES HERNANDEZ Enrique" userId="59608afa-8118-4e24-a4f5-0eda2870f65c" providerId="ADAL" clId="{F986A30C-396F-42B9-99B4-0662258C0C71}" dt="2026-05-28T14:11:51.752" v="12115"/>
          <ac:picMkLst>
            <pc:docMk/>
            <pc:sldMk cId="1935504471" sldId="414"/>
            <ac:picMk id="26" creationId="{694812FD-9100-D416-BE53-F02E9AEE8582}"/>
          </ac:picMkLst>
        </pc:picChg>
        <pc:picChg chg="mod">
          <ac:chgData name="MIRELES HERNANDEZ Enrique" userId="59608afa-8118-4e24-a4f5-0eda2870f65c" providerId="ADAL" clId="{F986A30C-396F-42B9-99B4-0662258C0C71}" dt="2026-05-28T14:11:51.752" v="12115"/>
          <ac:picMkLst>
            <pc:docMk/>
            <pc:sldMk cId="1935504471" sldId="414"/>
            <ac:picMk id="28" creationId="{AB3070F4-5E29-60FD-C2E0-BFC06326A4EB}"/>
          </ac:picMkLst>
        </pc:picChg>
        <pc:picChg chg="add mod">
          <ac:chgData name="MIRELES HERNANDEZ Enrique" userId="59608afa-8118-4e24-a4f5-0eda2870f65c" providerId="ADAL" clId="{F986A30C-396F-42B9-99B4-0662258C0C71}" dt="2026-05-28T14:39:11.538" v="12130" actId="1076"/>
          <ac:picMkLst>
            <pc:docMk/>
            <pc:sldMk cId="1935504471" sldId="414"/>
            <ac:picMk id="33" creationId="{54F996E0-B2E3-6686-38EB-86675EF730D6}"/>
          </ac:picMkLst>
        </pc:picChg>
        <pc:picChg chg="add mod modCrop">
          <ac:chgData name="MIRELES HERNANDEZ Enrique" userId="59608afa-8118-4e24-a4f5-0eda2870f65c" providerId="ADAL" clId="{F986A30C-396F-42B9-99B4-0662258C0C71}" dt="2026-05-28T14:54:39.546" v="12137" actId="1076"/>
          <ac:picMkLst>
            <pc:docMk/>
            <pc:sldMk cId="1935504471" sldId="414"/>
            <ac:picMk id="43" creationId="{230BF278-C122-786B-B3FC-D6F926E7E9F9}"/>
          </ac:picMkLst>
        </pc:picChg>
      </pc:sldChg>
      <pc:sldChg chg="addSp delSp modSp add mod delAnim modAnim">
        <pc:chgData name="MIRELES HERNANDEZ Enrique" userId="59608afa-8118-4e24-a4f5-0eda2870f65c" providerId="ADAL" clId="{F986A30C-396F-42B9-99B4-0662258C0C71}" dt="2026-05-26T01:09:57.989" v="11603" actId="1076"/>
        <pc:sldMkLst>
          <pc:docMk/>
          <pc:sldMk cId="2092443301" sldId="415"/>
        </pc:sldMkLst>
        <pc:spChg chg="add mod">
          <ac:chgData name="MIRELES HERNANDEZ Enrique" userId="59608afa-8118-4e24-a4f5-0eda2870f65c" providerId="ADAL" clId="{F986A30C-396F-42B9-99B4-0662258C0C71}" dt="2026-05-26T01:09:27.082" v="11575" actId="1076"/>
          <ac:spMkLst>
            <pc:docMk/>
            <pc:sldMk cId="2092443301" sldId="415"/>
            <ac:spMk id="3" creationId="{D363D49B-10C2-6971-85B7-405C40743325}"/>
          </ac:spMkLst>
        </pc:spChg>
        <pc:spChg chg="mod">
          <ac:chgData name="MIRELES HERNANDEZ Enrique" userId="59608afa-8118-4e24-a4f5-0eda2870f65c" providerId="ADAL" clId="{F986A30C-396F-42B9-99B4-0662258C0C71}" dt="2026-05-26T01:09:53.900" v="11602" actId="313"/>
          <ac:spMkLst>
            <pc:docMk/>
            <pc:sldMk cId="2092443301" sldId="415"/>
            <ac:spMk id="8" creationId="{5B4506FE-1916-010F-DB1A-C9A17D8930FB}"/>
          </ac:spMkLst>
        </pc:sp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5" creationId="{C65BEAD8-15BE-C2F5-C3F5-C67BE59CFF4C}"/>
          </ac:picMkLst>
        </pc:pic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1057" creationId="{532C8657-456A-1675-9B68-D3653047FC7E}"/>
          </ac:picMkLst>
        </pc:pic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1058" creationId="{D8FB8ADE-A70D-96BD-F6FD-3BB40F39A1EC}"/>
          </ac:picMkLst>
        </pc:pic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1059" creationId="{8B92E096-8182-6F3A-0CCD-54108D5F5E02}"/>
          </ac:picMkLst>
        </pc:pic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1060" creationId="{8166F69B-E996-E7D8-35EA-D64FB7A579B3}"/>
          </ac:picMkLst>
        </pc:picChg>
        <pc:picChg chg="add mod">
          <ac:chgData name="MIRELES HERNANDEZ Enrique" userId="59608afa-8118-4e24-a4f5-0eda2870f65c" providerId="ADAL" clId="{F986A30C-396F-42B9-99B4-0662258C0C71}" dt="2026-05-26T01:09:27.082" v="11575" actId="1076"/>
          <ac:picMkLst>
            <pc:docMk/>
            <pc:sldMk cId="2092443301" sldId="415"/>
            <ac:picMk id="1061" creationId="{08094469-EB25-85E7-F960-988B4B070385}"/>
          </ac:picMkLst>
        </pc:picChg>
        <pc:picChg chg="add mod">
          <ac:chgData name="MIRELES HERNANDEZ Enrique" userId="59608afa-8118-4e24-a4f5-0eda2870f65c" providerId="ADAL" clId="{F986A30C-396F-42B9-99B4-0662258C0C71}" dt="2026-05-26T01:09:17.204" v="11571" actId="1076"/>
          <ac:picMkLst>
            <pc:docMk/>
            <pc:sldMk cId="2092443301" sldId="415"/>
            <ac:picMk id="1062" creationId="{ADD2A652-C48E-3229-9ED1-8263D5BA43DF}"/>
          </ac:picMkLst>
        </pc:picChg>
        <pc:picChg chg="add mod">
          <ac:chgData name="MIRELES HERNANDEZ Enrique" userId="59608afa-8118-4e24-a4f5-0eda2870f65c" providerId="ADAL" clId="{F986A30C-396F-42B9-99B4-0662258C0C71}" dt="2026-05-26T01:09:19.198" v="11572" actId="1076"/>
          <ac:picMkLst>
            <pc:docMk/>
            <pc:sldMk cId="2092443301" sldId="415"/>
            <ac:picMk id="1063" creationId="{AB078535-22D9-FC6C-59B9-A413084C8754}"/>
          </ac:picMkLst>
        </pc:picChg>
        <pc:picChg chg="add mod">
          <ac:chgData name="MIRELES HERNANDEZ Enrique" userId="59608afa-8118-4e24-a4f5-0eda2870f65c" providerId="ADAL" clId="{F986A30C-396F-42B9-99B4-0662258C0C71}" dt="2026-05-26T01:09:39.813" v="11581" actId="1076"/>
          <ac:picMkLst>
            <pc:docMk/>
            <pc:sldMk cId="2092443301" sldId="415"/>
            <ac:picMk id="1064" creationId="{AFD5E507-B0DB-ABC9-D8AD-80723C447C82}"/>
          </ac:picMkLst>
        </pc:picChg>
        <pc:picChg chg="add mod">
          <ac:chgData name="MIRELES HERNANDEZ Enrique" userId="59608afa-8118-4e24-a4f5-0eda2870f65c" providerId="ADAL" clId="{F986A30C-396F-42B9-99B4-0662258C0C71}" dt="2026-05-26T01:09:57.989" v="11603" actId="1076"/>
          <ac:picMkLst>
            <pc:docMk/>
            <pc:sldMk cId="2092443301" sldId="415"/>
            <ac:picMk id="1065" creationId="{86E75775-0B2A-D40B-E8A0-B3970D317606}"/>
          </ac:picMkLst>
        </pc:picChg>
        <pc:picChg chg="add mod">
          <ac:chgData name="MIRELES HERNANDEZ Enrique" userId="59608afa-8118-4e24-a4f5-0eda2870f65c" providerId="ADAL" clId="{F986A30C-396F-42B9-99B4-0662258C0C71}" dt="2026-05-26T01:09:29.078" v="11576" actId="1076"/>
          <ac:picMkLst>
            <pc:docMk/>
            <pc:sldMk cId="2092443301" sldId="415"/>
            <ac:picMk id="1066" creationId="{D77EEC80-2C90-BAB7-0350-8A46F22A663C}"/>
          </ac:picMkLst>
        </pc:picChg>
        <pc:picChg chg="add mod">
          <ac:chgData name="MIRELES HERNANDEZ Enrique" userId="59608afa-8118-4e24-a4f5-0eda2870f65c" providerId="ADAL" clId="{F986A30C-396F-42B9-99B4-0662258C0C71}" dt="2026-05-26T01:09:38.729" v="11580" actId="1076"/>
          <ac:picMkLst>
            <pc:docMk/>
            <pc:sldMk cId="2092443301" sldId="415"/>
            <ac:picMk id="1067" creationId="{93A5A155-70EF-0217-69D0-CE8302FEA1EF}"/>
          </ac:picMkLst>
        </pc:picChg>
      </pc:sldChg>
      <pc:sldChg chg="addSp modSp add del mod">
        <pc:chgData name="MIRELES HERNANDEZ Enrique" userId="59608afa-8118-4e24-a4f5-0eda2870f65c" providerId="ADAL" clId="{F986A30C-396F-42B9-99B4-0662258C0C71}" dt="2026-05-28T15:47:44.701" v="12299" actId="47"/>
        <pc:sldMkLst>
          <pc:docMk/>
          <pc:sldMk cId="731030561" sldId="416"/>
        </pc:sldMkLst>
        <pc:picChg chg="add mod">
          <ac:chgData name="MIRELES HERNANDEZ Enrique" userId="59608afa-8118-4e24-a4f5-0eda2870f65c" providerId="ADAL" clId="{F986A30C-396F-42B9-99B4-0662258C0C71}" dt="2026-05-28T15:47:08.861" v="12293" actId="1076"/>
          <ac:picMkLst>
            <pc:docMk/>
            <pc:sldMk cId="731030561" sldId="416"/>
            <ac:picMk id="7" creationId="{0D5395A3-4021-1ED1-CDB0-65CE2CF597F4}"/>
          </ac:picMkLst>
        </pc:picChg>
        <pc:picChg chg="add mod">
          <ac:chgData name="MIRELES HERNANDEZ Enrique" userId="59608afa-8118-4e24-a4f5-0eda2870f65c" providerId="ADAL" clId="{F986A30C-396F-42B9-99B4-0662258C0C71}" dt="2026-05-28T15:47:25.845" v="12298" actId="1076"/>
          <ac:picMkLst>
            <pc:docMk/>
            <pc:sldMk cId="731030561" sldId="416"/>
            <ac:picMk id="9" creationId="{E1C7B74F-A381-9692-33D6-FD9BA11CDF13}"/>
          </ac:picMkLst>
        </pc:picChg>
      </pc:sldChg>
      <pc:sldChg chg="addSp modSp add mod">
        <pc:chgData name="MIRELES HERNANDEZ Enrique" userId="59608afa-8118-4e24-a4f5-0eda2870f65c" providerId="ADAL" clId="{F986A30C-396F-42B9-99B4-0662258C0C71}" dt="2026-05-28T15:49:01.967" v="12317" actId="14100"/>
        <pc:sldMkLst>
          <pc:docMk/>
          <pc:sldMk cId="997054925" sldId="417"/>
        </pc:sldMkLst>
        <pc:spChg chg="mod">
          <ac:chgData name="MIRELES HERNANDEZ Enrique" userId="59608afa-8118-4e24-a4f5-0eda2870f65c" providerId="ADAL" clId="{F986A30C-396F-42B9-99B4-0662258C0C71}" dt="2026-05-28T15:48:06.333" v="12303" actId="1076"/>
          <ac:spMkLst>
            <pc:docMk/>
            <pc:sldMk cId="997054925" sldId="417"/>
            <ac:spMk id="7" creationId="{FBD29A86-D9B6-2772-DF9B-7BFEDB0DB7AB}"/>
          </ac:spMkLst>
        </pc:spChg>
        <pc:spChg chg="mod">
          <ac:chgData name="MIRELES HERNANDEZ Enrique" userId="59608afa-8118-4e24-a4f5-0eda2870f65c" providerId="ADAL" clId="{F986A30C-396F-42B9-99B4-0662258C0C71}" dt="2026-05-28T15:47:59.103" v="12302"/>
          <ac:spMkLst>
            <pc:docMk/>
            <pc:sldMk cId="997054925" sldId="417"/>
            <ac:spMk id="10" creationId="{3499C13B-309A-165B-5968-52A3D55EDD20}"/>
          </ac:spMkLst>
        </pc:spChg>
        <pc:spChg chg="mod">
          <ac:chgData name="MIRELES HERNANDEZ Enrique" userId="59608afa-8118-4e24-a4f5-0eda2870f65c" providerId="ADAL" clId="{F986A30C-396F-42B9-99B4-0662258C0C71}" dt="2026-05-28T15:47:59.103" v="12302"/>
          <ac:spMkLst>
            <pc:docMk/>
            <pc:sldMk cId="997054925" sldId="417"/>
            <ac:spMk id="11" creationId="{5A8BD187-1105-03DC-534D-47C09AEDED16}"/>
          </ac:spMkLst>
        </pc:spChg>
        <pc:grpChg chg="add mod">
          <ac:chgData name="MIRELES HERNANDEZ Enrique" userId="59608afa-8118-4e24-a4f5-0eda2870f65c" providerId="ADAL" clId="{F986A30C-396F-42B9-99B4-0662258C0C71}" dt="2026-05-28T15:47:59.103" v="12302"/>
          <ac:grpSpMkLst>
            <pc:docMk/>
            <pc:sldMk cId="997054925" sldId="417"/>
            <ac:grpSpMk id="2" creationId="{FB5D5E73-C4E7-F7B7-9CFE-8E43D0409654}"/>
          </ac:grpSpMkLst>
        </pc:grpChg>
        <pc:picChg chg="mod">
          <ac:chgData name="MIRELES HERNANDEZ Enrique" userId="59608afa-8118-4e24-a4f5-0eda2870f65c" providerId="ADAL" clId="{F986A30C-396F-42B9-99B4-0662258C0C71}" dt="2026-05-28T15:47:59.103" v="12302"/>
          <ac:picMkLst>
            <pc:docMk/>
            <pc:sldMk cId="997054925" sldId="417"/>
            <ac:picMk id="8" creationId="{053AA997-CB5B-998C-3996-D88A301A45D6}"/>
          </ac:picMkLst>
        </pc:picChg>
        <pc:picChg chg="mod">
          <ac:chgData name="MIRELES HERNANDEZ Enrique" userId="59608afa-8118-4e24-a4f5-0eda2870f65c" providerId="ADAL" clId="{F986A30C-396F-42B9-99B4-0662258C0C71}" dt="2026-05-28T15:47:59.103" v="12302"/>
          <ac:picMkLst>
            <pc:docMk/>
            <pc:sldMk cId="997054925" sldId="417"/>
            <ac:picMk id="9" creationId="{13DC3BC4-E7D5-DF68-FA4F-3309CB62F3D9}"/>
          </ac:picMkLst>
        </pc:picChg>
        <pc:picChg chg="add mod">
          <ac:chgData name="MIRELES HERNANDEZ Enrique" userId="59608afa-8118-4e24-a4f5-0eda2870f65c" providerId="ADAL" clId="{F986A30C-396F-42B9-99B4-0662258C0C71}" dt="2026-05-28T15:49:01.967" v="12317" actId="14100"/>
          <ac:picMkLst>
            <pc:docMk/>
            <pc:sldMk cId="997054925" sldId="417"/>
            <ac:picMk id="13" creationId="{5A299AB0-599C-4058-32C3-CAA7EBB124FE}"/>
          </ac:picMkLst>
        </pc:picChg>
        <pc:picChg chg="add mod">
          <ac:chgData name="MIRELES HERNANDEZ Enrique" userId="59608afa-8118-4e24-a4f5-0eda2870f65c" providerId="ADAL" clId="{F986A30C-396F-42B9-99B4-0662258C0C71}" dt="2026-05-28T15:48:57.835" v="12316" actId="14100"/>
          <ac:picMkLst>
            <pc:docMk/>
            <pc:sldMk cId="997054925" sldId="417"/>
            <ac:picMk id="17" creationId="{19177BDB-43AC-71E0-EB80-2C3DAFEEF081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09:13:54.286" v="11820"/>
        <pc:sldMkLst>
          <pc:docMk/>
          <pc:sldMk cId="3827756120" sldId="418"/>
        </pc:sldMkLst>
        <pc:picChg chg="add mod">
          <ac:chgData name="MIRELES HERNANDEZ Enrique" userId="59608afa-8118-4e24-a4f5-0eda2870f65c" providerId="ADAL" clId="{F986A30C-396F-42B9-99B4-0662258C0C71}" dt="2026-05-28T09:13:41.266" v="11816" actId="1076"/>
          <ac:picMkLst>
            <pc:docMk/>
            <pc:sldMk cId="3827756120" sldId="418"/>
            <ac:picMk id="12" creationId="{A9E5525D-2AAC-D7ED-D4B9-C390E23DB94A}"/>
          </ac:picMkLst>
        </pc:picChg>
        <pc:picChg chg="add mod">
          <ac:chgData name="MIRELES HERNANDEZ Enrique" userId="59608afa-8118-4e24-a4f5-0eda2870f65c" providerId="ADAL" clId="{F986A30C-396F-42B9-99B4-0662258C0C71}" dt="2026-05-28T09:13:48.513" v="11818" actId="1076"/>
          <ac:picMkLst>
            <pc:docMk/>
            <pc:sldMk cId="3827756120" sldId="418"/>
            <ac:picMk id="17" creationId="{65FF825C-5E0D-A3BB-58C5-7125FC92D71E}"/>
          </ac:picMkLst>
        </pc:picChg>
        <pc:picChg chg="del">
          <ac:chgData name="MIRELES HERNANDEZ Enrique" userId="59608afa-8118-4e24-a4f5-0eda2870f65c" providerId="ADAL" clId="{F986A30C-396F-42B9-99B4-0662258C0C71}" dt="2026-05-28T09:12:34.078" v="11795" actId="478"/>
          <ac:picMkLst>
            <pc:docMk/>
            <pc:sldMk cId="3827756120" sldId="418"/>
            <ac:picMk id="43" creationId="{28044CD8-CE9F-C440-EBB8-85BBDF41A117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8T09:21:42.890" v="11857" actId="14100"/>
        <pc:sldMkLst>
          <pc:docMk/>
          <pc:sldMk cId="789040899" sldId="419"/>
        </pc:sldMkLst>
        <pc:picChg chg="del">
          <ac:chgData name="MIRELES HERNANDEZ Enrique" userId="59608afa-8118-4e24-a4f5-0eda2870f65c" providerId="ADAL" clId="{F986A30C-396F-42B9-99B4-0662258C0C71}" dt="2026-05-28T09:20:04.635" v="11837" actId="478"/>
          <ac:picMkLst>
            <pc:docMk/>
            <pc:sldMk cId="789040899" sldId="419"/>
            <ac:picMk id="12" creationId="{CCDABD54-CB70-4FAD-CD52-1970DBE019B1}"/>
          </ac:picMkLst>
        </pc:picChg>
        <pc:picChg chg="add mod">
          <ac:chgData name="MIRELES HERNANDEZ Enrique" userId="59608afa-8118-4e24-a4f5-0eda2870f65c" providerId="ADAL" clId="{F986A30C-396F-42B9-99B4-0662258C0C71}" dt="2026-05-28T09:21:42.890" v="11857" actId="14100"/>
          <ac:picMkLst>
            <pc:docMk/>
            <pc:sldMk cId="789040899" sldId="419"/>
            <ac:picMk id="14" creationId="{E4B3E82B-2D17-4777-7B11-A8C82B531F3B}"/>
          </ac:picMkLst>
        </pc:picChg>
        <pc:picChg chg="del">
          <ac:chgData name="MIRELES HERNANDEZ Enrique" userId="59608afa-8118-4e24-a4f5-0eda2870f65c" providerId="ADAL" clId="{F986A30C-396F-42B9-99B4-0662258C0C71}" dt="2026-05-28T09:20:05.557" v="11838" actId="478"/>
          <ac:picMkLst>
            <pc:docMk/>
            <pc:sldMk cId="789040899" sldId="419"/>
            <ac:picMk id="17" creationId="{7182EADE-2B81-0200-D8BD-26ECF8C8003C}"/>
          </ac:picMkLst>
        </pc:picChg>
        <pc:picChg chg="add mod">
          <ac:chgData name="MIRELES HERNANDEZ Enrique" userId="59608afa-8118-4e24-a4f5-0eda2870f65c" providerId="ADAL" clId="{F986A30C-396F-42B9-99B4-0662258C0C71}" dt="2026-05-28T09:21:38.968" v="11856" actId="1076"/>
          <ac:picMkLst>
            <pc:docMk/>
            <pc:sldMk cId="789040899" sldId="419"/>
            <ac:picMk id="19" creationId="{9F5981D1-AB08-C15D-3CF9-B98A38AEBB09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8T09:31:29.279" v="11876" actId="1076"/>
        <pc:sldMkLst>
          <pc:docMk/>
          <pc:sldMk cId="855525908" sldId="420"/>
        </pc:sldMkLst>
        <pc:picChg chg="add mod">
          <ac:chgData name="MIRELES HERNANDEZ Enrique" userId="59608afa-8118-4e24-a4f5-0eda2870f65c" providerId="ADAL" clId="{F986A30C-396F-42B9-99B4-0662258C0C71}" dt="2026-05-28T09:31:29.279" v="11876" actId="1076"/>
          <ac:picMkLst>
            <pc:docMk/>
            <pc:sldMk cId="855525908" sldId="420"/>
            <ac:picMk id="12" creationId="{0CFE0DCF-2DD0-1532-5ADD-A4713F3B678F}"/>
          </ac:picMkLst>
        </pc:picChg>
        <pc:picChg chg="del">
          <ac:chgData name="MIRELES HERNANDEZ Enrique" userId="59608afa-8118-4e24-a4f5-0eda2870f65c" providerId="ADAL" clId="{F986A30C-396F-42B9-99B4-0662258C0C71}" dt="2026-05-28T09:25:38.540" v="11859" actId="478"/>
          <ac:picMkLst>
            <pc:docMk/>
            <pc:sldMk cId="855525908" sldId="420"/>
            <ac:picMk id="14" creationId="{09BFB9A8-BD41-B471-3757-600DB34B6D3E}"/>
          </ac:picMkLst>
        </pc:picChg>
        <pc:picChg chg="add mod">
          <ac:chgData name="MIRELES HERNANDEZ Enrique" userId="59608afa-8118-4e24-a4f5-0eda2870f65c" providerId="ADAL" clId="{F986A30C-396F-42B9-99B4-0662258C0C71}" dt="2026-05-28T09:31:26.043" v="11875" actId="14100"/>
          <ac:picMkLst>
            <pc:docMk/>
            <pc:sldMk cId="855525908" sldId="420"/>
            <ac:picMk id="18" creationId="{60618A6F-9777-3E2A-194F-6839A1591CDC}"/>
          </ac:picMkLst>
        </pc:picChg>
        <pc:picChg chg="del">
          <ac:chgData name="MIRELES HERNANDEZ Enrique" userId="59608afa-8118-4e24-a4f5-0eda2870f65c" providerId="ADAL" clId="{F986A30C-396F-42B9-99B4-0662258C0C71}" dt="2026-05-28T09:25:39.891" v="11860" actId="478"/>
          <ac:picMkLst>
            <pc:docMk/>
            <pc:sldMk cId="855525908" sldId="420"/>
            <ac:picMk id="19" creationId="{1AFDDA09-C9E1-47EA-7E7A-3F357DE3951C}"/>
          </ac:picMkLst>
        </pc:picChg>
      </pc:sldChg>
      <pc:sldChg chg="addSp delSp modSp add mo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1131936077" sldId="421"/>
        </pc:sldMkLst>
        <pc:spChg chg="del">
          <ac:chgData name="MIRELES HERNANDEZ Enrique" userId="59608afa-8118-4e24-a4f5-0eda2870f65c" providerId="ADAL" clId="{F986A30C-396F-42B9-99B4-0662258C0C71}" dt="2026-05-28T13:57:51.361" v="12039" actId="478"/>
          <ac:spMkLst>
            <pc:docMk/>
            <pc:sldMk cId="1131936077" sldId="421"/>
            <ac:spMk id="49" creationId="{13F4647B-1FA2-BD6D-4B5B-76A98D3DD84E}"/>
          </ac:spMkLst>
        </pc:spChg>
        <pc:spChg chg="mod">
          <ac:chgData name="MIRELES HERNANDEZ Enrique" userId="59608afa-8118-4e24-a4f5-0eda2870f65c" providerId="ADAL" clId="{F986A30C-396F-42B9-99B4-0662258C0C71}" dt="2026-05-28T13:57:54.420" v="12040" actId="1076"/>
          <ac:spMkLst>
            <pc:docMk/>
            <pc:sldMk cId="1131936077" sldId="421"/>
            <ac:spMk id="51" creationId="{379B228C-A55D-42AE-DD01-31986F60F70D}"/>
          </ac:spMkLst>
        </pc:spChg>
        <pc:picChg chg="add mod">
          <ac:chgData name="MIRELES HERNANDEZ Enrique" userId="59608afa-8118-4e24-a4f5-0eda2870f65c" providerId="ADAL" clId="{F986A30C-396F-42B9-99B4-0662258C0C71}" dt="2026-05-28T13:57:48.796" v="12038" actId="1076"/>
          <ac:picMkLst>
            <pc:docMk/>
            <pc:sldMk cId="1131936077" sldId="421"/>
            <ac:picMk id="18" creationId="{37E2CBA0-EDE7-8952-A31D-ED86878937BE}"/>
          </ac:picMkLst>
        </pc:picChg>
        <pc:picChg chg="del">
          <ac:chgData name="MIRELES HERNANDEZ Enrique" userId="59608afa-8118-4e24-a4f5-0eda2870f65c" providerId="ADAL" clId="{F986A30C-396F-42B9-99B4-0662258C0C71}" dt="2026-05-28T13:56:55.153" v="12028" actId="478"/>
          <ac:picMkLst>
            <pc:docMk/>
            <pc:sldMk cId="1131936077" sldId="421"/>
            <ac:picMk id="19" creationId="{766C6119-1D0A-0CDE-11EB-DE2AB382EE11}"/>
          </ac:picMkLst>
        </pc:picChg>
        <pc:picChg chg="add mod">
          <ac:chgData name="MIRELES HERNANDEZ Enrique" userId="59608afa-8118-4e24-a4f5-0eda2870f65c" providerId="ADAL" clId="{F986A30C-396F-42B9-99B4-0662258C0C71}" dt="2026-05-28T13:57:47.049" v="12037" actId="1076"/>
          <ac:picMkLst>
            <pc:docMk/>
            <pc:sldMk cId="1131936077" sldId="421"/>
            <ac:picMk id="20" creationId="{9F72F3B2-9B41-2066-FA95-8703D302DD31}"/>
          </ac:picMkLst>
        </pc:picChg>
        <pc:picChg chg="add mod">
          <ac:chgData name="MIRELES HERNANDEZ Enrique" userId="59608afa-8118-4e24-a4f5-0eda2870f65c" providerId="ADAL" clId="{F986A30C-396F-42B9-99B4-0662258C0C71}" dt="2026-05-28T13:58:09.412" v="12044" actId="14100"/>
          <ac:picMkLst>
            <pc:docMk/>
            <pc:sldMk cId="1131936077" sldId="421"/>
            <ac:picMk id="21" creationId="{FB5F2C6F-717A-716A-02F0-BFE5ED63B56E}"/>
          </ac:picMkLst>
        </pc:picChg>
        <pc:picChg chg="del">
          <ac:chgData name="MIRELES HERNANDEZ Enrique" userId="59608afa-8118-4e24-a4f5-0eda2870f65c" providerId="ADAL" clId="{F986A30C-396F-42B9-99B4-0662258C0C71}" dt="2026-05-28T13:56:55.452" v="12029" actId="478"/>
          <ac:picMkLst>
            <pc:docMk/>
            <pc:sldMk cId="1131936077" sldId="421"/>
            <ac:picMk id="31" creationId="{78ACC6E7-7803-482F-9BC6-9879C8E4C84D}"/>
          </ac:picMkLst>
        </pc:picChg>
      </pc:sldChg>
      <pc:sldChg chg="ad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2393239230" sldId="422"/>
        </pc:sldMkLst>
      </pc:sldChg>
      <pc:sldChg chg="addSp delSp modSp add mod ord">
        <pc:chgData name="MIRELES HERNANDEZ Enrique" userId="59608afa-8118-4e24-a4f5-0eda2870f65c" providerId="ADAL" clId="{F986A30C-396F-42B9-99B4-0662258C0C71}" dt="2026-05-28T15:54:51.856" v="12346"/>
        <pc:sldMkLst>
          <pc:docMk/>
          <pc:sldMk cId="2224109793" sldId="423"/>
        </pc:sldMkLst>
        <pc:picChg chg="add mod">
          <ac:chgData name="MIRELES HERNANDEZ Enrique" userId="59608afa-8118-4e24-a4f5-0eda2870f65c" providerId="ADAL" clId="{F986A30C-396F-42B9-99B4-0662258C0C71}" dt="2026-05-28T14:02:18.869" v="12094" actId="1076"/>
          <ac:picMkLst>
            <pc:docMk/>
            <pc:sldMk cId="2224109793" sldId="423"/>
            <ac:picMk id="18" creationId="{4C5DA4E0-A597-7DE5-FD9B-24358C79041C}"/>
          </ac:picMkLst>
        </pc:picChg>
        <pc:picChg chg="add mod">
          <ac:chgData name="MIRELES HERNANDEZ Enrique" userId="59608afa-8118-4e24-a4f5-0eda2870f65c" providerId="ADAL" clId="{F986A30C-396F-42B9-99B4-0662258C0C71}" dt="2026-05-28T14:02:52.175" v="12102" actId="1076"/>
          <ac:picMkLst>
            <pc:docMk/>
            <pc:sldMk cId="2224109793" sldId="423"/>
            <ac:picMk id="20" creationId="{A44BA464-2BDE-DD0D-BCBE-7EDE7B957F65}"/>
          </ac:picMkLst>
        </pc:picChg>
        <pc:picChg chg="del">
          <ac:chgData name="MIRELES HERNANDEZ Enrique" userId="59608afa-8118-4e24-a4f5-0eda2870f65c" providerId="ADAL" clId="{F986A30C-396F-42B9-99B4-0662258C0C71}" dt="2026-05-28T14:00:16.579" v="12073" actId="478"/>
          <ac:picMkLst>
            <pc:docMk/>
            <pc:sldMk cId="2224109793" sldId="423"/>
            <ac:picMk id="62" creationId="{4EA8978F-B663-A0C3-BD00-5E07507D77B6}"/>
          </ac:picMkLst>
        </pc:picChg>
        <pc:picChg chg="del">
          <ac:chgData name="MIRELES HERNANDEZ Enrique" userId="59608afa-8118-4e24-a4f5-0eda2870f65c" providerId="ADAL" clId="{F986A30C-396F-42B9-99B4-0662258C0C71}" dt="2026-05-28T14:00:16.878" v="12074" actId="478"/>
          <ac:picMkLst>
            <pc:docMk/>
            <pc:sldMk cId="2224109793" sldId="423"/>
            <ac:picMk id="1024" creationId="{FB2C19DB-0C2E-0ADF-74BD-4EC284F5957A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8T15:08:30.979" v="12212" actId="1076"/>
        <pc:sldMkLst>
          <pc:docMk/>
          <pc:sldMk cId="2914681481" sldId="424"/>
        </pc:sldMkLst>
        <pc:spChg chg="mod">
          <ac:chgData name="MIRELES HERNANDEZ Enrique" userId="59608afa-8118-4e24-a4f5-0eda2870f65c" providerId="ADAL" clId="{F986A30C-396F-42B9-99B4-0662258C0C71}" dt="2026-05-28T14:11:55.437" v="12116"/>
          <ac:spMkLst>
            <pc:docMk/>
            <pc:sldMk cId="2914681481" sldId="424"/>
            <ac:spMk id="10" creationId="{2667E907-3D42-D81B-DCA9-85C3D1B01E36}"/>
          </ac:spMkLst>
        </pc:spChg>
        <pc:spChg chg="mod">
          <ac:chgData name="MIRELES HERNANDEZ Enrique" userId="59608afa-8118-4e24-a4f5-0eda2870f65c" providerId="ADAL" clId="{F986A30C-396F-42B9-99B4-0662258C0C71}" dt="2026-05-28T14:11:55.437" v="12116"/>
          <ac:spMkLst>
            <pc:docMk/>
            <pc:sldMk cId="2914681481" sldId="424"/>
            <ac:spMk id="24" creationId="{DD9BA705-1340-67DB-0FEF-1A1E5EA9DF05}"/>
          </ac:spMkLst>
        </pc:spChg>
        <pc:spChg chg="mod">
          <ac:chgData name="MIRELES HERNANDEZ Enrique" userId="59608afa-8118-4e24-a4f5-0eda2870f65c" providerId="ADAL" clId="{F986A30C-396F-42B9-99B4-0662258C0C71}" dt="2026-05-28T14:11:55.437" v="12116"/>
          <ac:spMkLst>
            <pc:docMk/>
            <pc:sldMk cId="2914681481" sldId="424"/>
            <ac:spMk id="29" creationId="{BA8FA1D2-3752-55CE-FED0-325F5E8CA046}"/>
          </ac:spMkLst>
        </pc:spChg>
        <pc:spChg chg="mod">
          <ac:chgData name="MIRELES HERNANDEZ Enrique" userId="59608afa-8118-4e24-a4f5-0eda2870f65c" providerId="ADAL" clId="{F986A30C-396F-42B9-99B4-0662258C0C71}" dt="2026-05-28T14:11:55.437" v="12116"/>
          <ac:spMkLst>
            <pc:docMk/>
            <pc:sldMk cId="2914681481" sldId="424"/>
            <ac:spMk id="30" creationId="{0D37997B-D41C-26F4-63BE-9C4D0589F971}"/>
          </ac:spMkLst>
        </pc:spChg>
        <pc:grpChg chg="add mod">
          <ac:chgData name="MIRELES HERNANDEZ Enrique" userId="59608afa-8118-4e24-a4f5-0eda2870f65c" providerId="ADAL" clId="{F986A30C-396F-42B9-99B4-0662258C0C71}" dt="2026-05-28T14:11:55.437" v="12116"/>
          <ac:grpSpMkLst>
            <pc:docMk/>
            <pc:sldMk cId="2914681481" sldId="424"/>
            <ac:grpSpMk id="2" creationId="{9F1E6BA8-2813-7B2A-29C3-0934777A87DF}"/>
          </ac:grpSpMkLst>
        </pc:grpChg>
        <pc:grpChg chg="mod">
          <ac:chgData name="MIRELES HERNANDEZ Enrique" userId="59608afa-8118-4e24-a4f5-0eda2870f65c" providerId="ADAL" clId="{F986A30C-396F-42B9-99B4-0662258C0C71}" dt="2026-05-28T14:11:55.437" v="12116"/>
          <ac:grpSpMkLst>
            <pc:docMk/>
            <pc:sldMk cId="2914681481" sldId="424"/>
            <ac:grpSpMk id="7" creationId="{4199697E-578B-1FB9-F3E0-8ED54C56F24D}"/>
          </ac:grpSpMkLst>
        </pc:grpChg>
        <pc:grpChg chg="del">
          <ac:chgData name="MIRELES HERNANDEZ Enrique" userId="59608afa-8118-4e24-a4f5-0eda2870f65c" providerId="ADAL" clId="{F986A30C-396F-42B9-99B4-0662258C0C71}" dt="2026-05-28T14:11:33.406" v="12107" actId="478"/>
          <ac:grpSpMkLst>
            <pc:docMk/>
            <pc:sldMk cId="2914681481" sldId="424"/>
            <ac:grpSpMk id="12" creationId="{F65B83A5-B0E4-0077-9129-E13D42C9636D}"/>
          </ac:grpSpMkLst>
        </pc:grpChg>
        <pc:picChg chg="mod">
          <ac:chgData name="MIRELES HERNANDEZ Enrique" userId="59608afa-8118-4e24-a4f5-0eda2870f65c" providerId="ADAL" clId="{F986A30C-396F-42B9-99B4-0662258C0C71}" dt="2026-05-28T14:11:55.437" v="12116"/>
          <ac:picMkLst>
            <pc:docMk/>
            <pc:sldMk cId="2914681481" sldId="424"/>
            <ac:picMk id="8" creationId="{5836587A-76A7-12BE-5162-1DCAF23EAA1B}"/>
          </ac:picMkLst>
        </pc:picChg>
        <pc:picChg chg="del">
          <ac:chgData name="MIRELES HERNANDEZ Enrique" userId="59608afa-8118-4e24-a4f5-0eda2870f65c" providerId="ADAL" clId="{F986A30C-396F-42B9-99B4-0662258C0C71}" dt="2026-05-28T14:11:31.646" v="12105" actId="478"/>
          <ac:picMkLst>
            <pc:docMk/>
            <pc:sldMk cId="2914681481" sldId="424"/>
            <ac:picMk id="9" creationId="{883CF968-4CA9-B2FA-34ED-88EDB21E882F}"/>
          </ac:picMkLst>
        </pc:picChg>
        <pc:picChg chg="del">
          <ac:chgData name="MIRELES HERNANDEZ Enrique" userId="59608afa-8118-4e24-a4f5-0eda2870f65c" providerId="ADAL" clId="{F986A30C-396F-42B9-99B4-0662258C0C71}" dt="2026-05-28T14:11:31.983" v="12106" actId="478"/>
          <ac:picMkLst>
            <pc:docMk/>
            <pc:sldMk cId="2914681481" sldId="424"/>
            <ac:picMk id="11" creationId="{6791CC09-6E25-8DD3-0991-72F5D731F2F7}"/>
          </ac:picMkLst>
        </pc:picChg>
        <pc:picChg chg="mod">
          <ac:chgData name="MIRELES HERNANDEZ Enrique" userId="59608afa-8118-4e24-a4f5-0eda2870f65c" providerId="ADAL" clId="{F986A30C-396F-42B9-99B4-0662258C0C71}" dt="2026-05-28T14:11:55.437" v="12116"/>
          <ac:picMkLst>
            <pc:docMk/>
            <pc:sldMk cId="2914681481" sldId="424"/>
            <ac:picMk id="26" creationId="{508FDE7E-B3BA-54C7-8D49-D7B5F16C1781}"/>
          </ac:picMkLst>
        </pc:picChg>
        <pc:picChg chg="mod">
          <ac:chgData name="MIRELES HERNANDEZ Enrique" userId="59608afa-8118-4e24-a4f5-0eda2870f65c" providerId="ADAL" clId="{F986A30C-396F-42B9-99B4-0662258C0C71}" dt="2026-05-28T14:11:55.437" v="12116"/>
          <ac:picMkLst>
            <pc:docMk/>
            <pc:sldMk cId="2914681481" sldId="424"/>
            <ac:picMk id="28" creationId="{BB8B4A24-CB9C-23B2-7E36-FA4DBF43CC46}"/>
          </ac:picMkLst>
        </pc:picChg>
        <pc:picChg chg="add mod">
          <ac:chgData name="MIRELES HERNANDEZ Enrique" userId="59608afa-8118-4e24-a4f5-0eda2870f65c" providerId="ADAL" clId="{F986A30C-396F-42B9-99B4-0662258C0C71}" dt="2026-05-28T14:30:47.449" v="12129" actId="1076"/>
          <ac:picMkLst>
            <pc:docMk/>
            <pc:sldMk cId="2914681481" sldId="424"/>
            <ac:picMk id="33" creationId="{3D268168-0375-D75D-CB5B-863CFDC8740B}"/>
          </ac:picMkLst>
        </pc:picChg>
        <pc:picChg chg="add mod">
          <ac:chgData name="MIRELES HERNANDEZ Enrique" userId="59608afa-8118-4e24-a4f5-0eda2870f65c" providerId="ADAL" clId="{F986A30C-396F-42B9-99B4-0662258C0C71}" dt="2026-05-28T15:08:30.979" v="12212" actId="1076"/>
          <ac:picMkLst>
            <pc:docMk/>
            <pc:sldMk cId="2914681481" sldId="424"/>
            <ac:picMk id="43" creationId="{3AE74CB6-5A19-EC9D-4E39-3CC49B594DF8}"/>
          </ac:picMkLst>
        </pc:picChg>
      </pc:sldChg>
      <pc:sldChg chg="addSp delSp modSp add mod">
        <pc:chgData name="MIRELES HERNANDEZ Enrique" userId="59608afa-8118-4e24-a4f5-0eda2870f65c" providerId="ADAL" clId="{F986A30C-396F-42B9-99B4-0662258C0C71}" dt="2026-05-28T15:10:04.624" v="12220" actId="1076"/>
        <pc:sldMkLst>
          <pc:docMk/>
          <pc:sldMk cId="420343033" sldId="425"/>
        </pc:sldMkLst>
        <pc:picChg chg="add del mod">
          <ac:chgData name="MIRELES HERNANDEZ Enrique" userId="59608afa-8118-4e24-a4f5-0eda2870f65c" providerId="ADAL" clId="{F986A30C-396F-42B9-99B4-0662258C0C71}" dt="2026-05-28T15:05:37.800" v="12191" actId="478"/>
          <ac:picMkLst>
            <pc:docMk/>
            <pc:sldMk cId="420343033" sldId="425"/>
            <ac:picMk id="11" creationId="{3602685F-F5AC-B64A-5765-6E0446FBF0CB}"/>
          </ac:picMkLst>
        </pc:picChg>
        <pc:picChg chg="add mod">
          <ac:chgData name="MIRELES HERNANDEZ Enrique" userId="59608afa-8118-4e24-a4f5-0eda2870f65c" providerId="ADAL" clId="{F986A30C-396F-42B9-99B4-0662258C0C71}" dt="2026-05-28T15:07:49.345" v="12206" actId="1076"/>
          <ac:picMkLst>
            <pc:docMk/>
            <pc:sldMk cId="420343033" sldId="425"/>
            <ac:picMk id="13" creationId="{724C4D30-6153-C556-8A0A-85FAC6F1750B}"/>
          </ac:picMkLst>
        </pc:picChg>
        <pc:picChg chg="add del mod modCrop">
          <ac:chgData name="MIRELES HERNANDEZ Enrique" userId="59608afa-8118-4e24-a4f5-0eda2870f65c" providerId="ADAL" clId="{F986A30C-396F-42B9-99B4-0662258C0C71}" dt="2026-05-28T15:09:54.800" v="12213" actId="478"/>
          <ac:picMkLst>
            <pc:docMk/>
            <pc:sldMk cId="420343033" sldId="425"/>
            <ac:picMk id="17" creationId="{6BACC38B-FB8E-7016-9540-1A6C9019CC2A}"/>
          </ac:picMkLst>
        </pc:picChg>
        <pc:picChg chg="add mod">
          <ac:chgData name="MIRELES HERNANDEZ Enrique" userId="59608afa-8118-4e24-a4f5-0eda2870f65c" providerId="ADAL" clId="{F986A30C-396F-42B9-99B4-0662258C0C71}" dt="2026-05-28T15:10:04.624" v="12220" actId="1076"/>
          <ac:picMkLst>
            <pc:docMk/>
            <pc:sldMk cId="420343033" sldId="425"/>
            <ac:picMk id="19" creationId="{1FED03F4-C2BC-3EC5-878E-614EFCBE3F15}"/>
          </ac:picMkLst>
        </pc:picChg>
        <pc:picChg chg="del">
          <ac:chgData name="MIRELES HERNANDEZ Enrique" userId="59608afa-8118-4e24-a4f5-0eda2870f65c" providerId="ADAL" clId="{F986A30C-396F-42B9-99B4-0662258C0C71}" dt="2026-05-28T14:54:46.651" v="12139" actId="478"/>
          <ac:picMkLst>
            <pc:docMk/>
            <pc:sldMk cId="420343033" sldId="425"/>
            <ac:picMk id="33" creationId="{6A752C33-06DA-2F94-DDB2-3256E366DAFF}"/>
          </ac:picMkLst>
        </pc:picChg>
      </pc:sldChg>
      <pc:sldChg chg="add ord">
        <pc:chgData name="MIRELES HERNANDEZ Enrique" userId="59608afa-8118-4e24-a4f5-0eda2870f65c" providerId="ADAL" clId="{F986A30C-396F-42B9-99B4-0662258C0C71}" dt="2026-05-28T15:01:35.767" v="12169"/>
        <pc:sldMkLst>
          <pc:docMk/>
          <pc:sldMk cId="2763372316" sldId="426"/>
        </pc:sldMkLst>
      </pc:sldChg>
      <pc:sldChg chg="addSp delSp modSp add mod">
        <pc:chgData name="MIRELES HERNANDEZ Enrique" userId="59608afa-8118-4e24-a4f5-0eda2870f65c" providerId="ADAL" clId="{F986A30C-396F-42B9-99B4-0662258C0C71}" dt="2026-05-28T15:05:29.894" v="12190" actId="1076"/>
        <pc:sldMkLst>
          <pc:docMk/>
          <pc:sldMk cId="949053715" sldId="427"/>
        </pc:sldMkLst>
        <pc:picChg chg="add mod">
          <ac:chgData name="MIRELES HERNANDEZ Enrique" userId="59608afa-8118-4e24-a4f5-0eda2870f65c" providerId="ADAL" clId="{F986A30C-396F-42B9-99B4-0662258C0C71}" dt="2026-05-28T15:04:31.730" v="12185" actId="14100"/>
          <ac:picMkLst>
            <pc:docMk/>
            <pc:sldMk cId="949053715" sldId="427"/>
            <ac:picMk id="11" creationId="{5FE1D220-7B89-0BC7-9C8E-B833B1588ECA}"/>
          </ac:picMkLst>
        </pc:picChg>
        <pc:picChg chg="add mod">
          <ac:chgData name="MIRELES HERNANDEZ Enrique" userId="59608afa-8118-4e24-a4f5-0eda2870f65c" providerId="ADAL" clId="{F986A30C-396F-42B9-99B4-0662258C0C71}" dt="2026-05-28T15:05:29.894" v="12190" actId="1076"/>
          <ac:picMkLst>
            <pc:docMk/>
            <pc:sldMk cId="949053715" sldId="427"/>
            <ac:picMk id="13" creationId="{01F062E4-F52A-DE2C-EE27-F839D6092F21}"/>
          </ac:picMkLst>
        </pc:picChg>
        <pc:picChg chg="del">
          <ac:chgData name="MIRELES HERNANDEZ Enrique" userId="59608afa-8118-4e24-a4f5-0eda2870f65c" providerId="ADAL" clId="{F986A30C-396F-42B9-99B4-0662258C0C71}" dt="2026-05-28T15:04:11.511" v="12178" actId="478"/>
          <ac:picMkLst>
            <pc:docMk/>
            <pc:sldMk cId="949053715" sldId="427"/>
            <ac:picMk id="33" creationId="{260F1D63-BD51-EC43-A491-55CCE4E166AA}"/>
          </ac:picMkLst>
        </pc:picChg>
        <pc:picChg chg="del">
          <ac:chgData name="MIRELES HERNANDEZ Enrique" userId="59608afa-8118-4e24-a4f5-0eda2870f65c" providerId="ADAL" clId="{F986A30C-396F-42B9-99B4-0662258C0C71}" dt="2026-05-28T15:04:11.914" v="12179" actId="478"/>
          <ac:picMkLst>
            <pc:docMk/>
            <pc:sldMk cId="949053715" sldId="427"/>
            <ac:picMk id="43" creationId="{8D48B90B-966E-D0E2-7B84-7A2036D18A37}"/>
          </ac:picMkLst>
        </pc:picChg>
      </pc:sldChg>
      <pc:sldChg chg="addSp modSp add mod">
        <pc:chgData name="MIRELES HERNANDEZ Enrique" userId="59608afa-8118-4e24-a4f5-0eda2870f65c" providerId="ADAL" clId="{F986A30C-396F-42B9-99B4-0662258C0C71}" dt="2026-05-28T15:49:46.977" v="12332" actId="1076"/>
        <pc:sldMkLst>
          <pc:docMk/>
          <pc:sldMk cId="1008649225" sldId="428"/>
        </pc:sldMkLst>
        <pc:spChg chg="mod">
          <ac:chgData name="MIRELES HERNANDEZ Enrique" userId="59608afa-8118-4e24-a4f5-0eda2870f65c" providerId="ADAL" clId="{F986A30C-396F-42B9-99B4-0662258C0C71}" dt="2026-05-28T15:49:44.951" v="12331"/>
          <ac:spMkLst>
            <pc:docMk/>
            <pc:sldMk cId="1008649225" sldId="428"/>
            <ac:spMk id="11" creationId="{AF55A89D-55FF-E1BC-0C19-4404C6FD8AB3}"/>
          </ac:spMkLst>
        </pc:spChg>
        <pc:spChg chg="mod">
          <ac:chgData name="MIRELES HERNANDEZ Enrique" userId="59608afa-8118-4e24-a4f5-0eda2870f65c" providerId="ADAL" clId="{F986A30C-396F-42B9-99B4-0662258C0C71}" dt="2026-05-28T15:49:44.951" v="12331"/>
          <ac:spMkLst>
            <pc:docMk/>
            <pc:sldMk cId="1008649225" sldId="428"/>
            <ac:spMk id="14" creationId="{4B2049C3-D446-3106-1FE3-7F3FBD639BFF}"/>
          </ac:spMkLst>
        </pc:spChg>
        <pc:spChg chg="mod">
          <ac:chgData name="MIRELES HERNANDEZ Enrique" userId="59608afa-8118-4e24-a4f5-0eda2870f65c" providerId="ADAL" clId="{F986A30C-396F-42B9-99B4-0662258C0C71}" dt="2026-05-28T15:49:44.951" v="12331"/>
          <ac:spMkLst>
            <pc:docMk/>
            <pc:sldMk cId="1008649225" sldId="428"/>
            <ac:spMk id="17" creationId="{6432730E-E3F9-C33E-4A11-821F5A2E57B2}"/>
          </ac:spMkLst>
        </pc:spChg>
        <pc:grpChg chg="add mod">
          <ac:chgData name="MIRELES HERNANDEZ Enrique" userId="59608afa-8118-4e24-a4f5-0eda2870f65c" providerId="ADAL" clId="{F986A30C-396F-42B9-99B4-0662258C0C71}" dt="2026-05-28T15:49:46.977" v="12332" actId="1076"/>
          <ac:grpSpMkLst>
            <pc:docMk/>
            <pc:sldMk cId="1008649225" sldId="428"/>
            <ac:grpSpMk id="10" creationId="{1CA538D7-365B-64C6-4CD7-33ABA93B006E}"/>
          </ac:grpSpMkLst>
        </pc:grpChg>
        <pc:picChg chg="add mod">
          <ac:chgData name="MIRELES HERNANDEZ Enrique" userId="59608afa-8118-4e24-a4f5-0eda2870f65c" providerId="ADAL" clId="{F986A30C-396F-42B9-99B4-0662258C0C71}" dt="2026-05-28T15:49:24.175" v="12325" actId="14100"/>
          <ac:picMkLst>
            <pc:docMk/>
            <pc:sldMk cId="1008649225" sldId="428"/>
            <ac:picMk id="7" creationId="{01808722-75E0-F66E-BA9C-9EFE3D3A45C1}"/>
          </ac:picMkLst>
        </pc:picChg>
        <pc:picChg chg="add mod">
          <ac:chgData name="MIRELES HERNANDEZ Enrique" userId="59608afa-8118-4e24-a4f5-0eda2870f65c" providerId="ADAL" clId="{F986A30C-396F-42B9-99B4-0662258C0C71}" dt="2026-05-28T15:49:40.117" v="12330" actId="1076"/>
          <ac:picMkLst>
            <pc:docMk/>
            <pc:sldMk cId="1008649225" sldId="428"/>
            <ac:picMk id="9" creationId="{C097C9FB-2753-8972-551C-2E1D5B952EF9}"/>
          </ac:picMkLst>
        </pc:picChg>
        <pc:picChg chg="mod">
          <ac:chgData name="MIRELES HERNANDEZ Enrique" userId="59608afa-8118-4e24-a4f5-0eda2870f65c" providerId="ADAL" clId="{F986A30C-396F-42B9-99B4-0662258C0C71}" dt="2026-05-28T15:49:44.951" v="12331"/>
          <ac:picMkLst>
            <pc:docMk/>
            <pc:sldMk cId="1008649225" sldId="428"/>
            <ac:picMk id="12" creationId="{46724D5B-8905-7993-A4BA-DBCA09A25BD4}"/>
          </ac:picMkLst>
        </pc:picChg>
        <pc:picChg chg="mod">
          <ac:chgData name="MIRELES HERNANDEZ Enrique" userId="59608afa-8118-4e24-a4f5-0eda2870f65c" providerId="ADAL" clId="{F986A30C-396F-42B9-99B4-0662258C0C71}" dt="2026-05-28T15:49:44.951" v="12331"/>
          <ac:picMkLst>
            <pc:docMk/>
            <pc:sldMk cId="1008649225" sldId="428"/>
            <ac:picMk id="13" creationId="{FCEF93B6-F280-69E1-0CDD-9AF03DD27068}"/>
          </ac:picMkLst>
        </pc:picChg>
      </pc:sldChg>
      <pc:sldChg chg="addSp modSp add mod">
        <pc:chgData name="MIRELES HERNANDEZ Enrique" userId="59608afa-8118-4e24-a4f5-0eda2870f65c" providerId="ADAL" clId="{F986A30C-396F-42B9-99B4-0662258C0C71}" dt="2026-05-28T15:53:47.223" v="12344" actId="1076"/>
        <pc:sldMkLst>
          <pc:docMk/>
          <pc:sldMk cId="1318238843" sldId="429"/>
        </pc:sldMkLst>
        <pc:spChg chg="mod">
          <ac:chgData name="MIRELES HERNANDEZ Enrique" userId="59608afa-8118-4e24-a4f5-0eda2870f65c" providerId="ADAL" clId="{F986A30C-396F-42B9-99B4-0662258C0C71}" dt="2026-05-28T15:53:41.714" v="12341"/>
          <ac:spMkLst>
            <pc:docMk/>
            <pc:sldMk cId="1318238843" sldId="429"/>
            <ac:spMk id="9" creationId="{0B3765F8-AC9A-EBC0-65CB-6D9AF3239888}"/>
          </ac:spMkLst>
        </pc:spChg>
        <pc:spChg chg="mod">
          <ac:chgData name="MIRELES HERNANDEZ Enrique" userId="59608afa-8118-4e24-a4f5-0eda2870f65c" providerId="ADAL" clId="{F986A30C-396F-42B9-99B4-0662258C0C71}" dt="2026-05-28T15:53:41.714" v="12341"/>
          <ac:spMkLst>
            <pc:docMk/>
            <pc:sldMk cId="1318238843" sldId="429"/>
            <ac:spMk id="12" creationId="{847ED67E-064A-5DC9-B693-E1841FCC821D}"/>
          </ac:spMkLst>
        </pc:spChg>
        <pc:spChg chg="mod">
          <ac:chgData name="MIRELES HERNANDEZ Enrique" userId="59608afa-8118-4e24-a4f5-0eda2870f65c" providerId="ADAL" clId="{F986A30C-396F-42B9-99B4-0662258C0C71}" dt="2026-05-28T15:53:41.714" v="12341"/>
          <ac:spMkLst>
            <pc:docMk/>
            <pc:sldMk cId="1318238843" sldId="429"/>
            <ac:spMk id="13" creationId="{59DBC95E-A6F4-8461-9B8E-A6E57071DE71}"/>
          </ac:spMkLst>
        </pc:spChg>
        <pc:grpChg chg="add mod">
          <ac:chgData name="MIRELES HERNANDEZ Enrique" userId="59608afa-8118-4e24-a4f5-0eda2870f65c" providerId="ADAL" clId="{F986A30C-396F-42B9-99B4-0662258C0C71}" dt="2026-05-28T15:53:43.346" v="12342" actId="1076"/>
          <ac:grpSpMkLst>
            <pc:docMk/>
            <pc:sldMk cId="1318238843" sldId="429"/>
            <ac:grpSpMk id="8" creationId="{1A5F381A-6017-85F2-1EE2-5607C7279E15}"/>
          </ac:grpSpMkLst>
        </pc:grpChg>
        <pc:picChg chg="add mod">
          <ac:chgData name="MIRELES HERNANDEZ Enrique" userId="59608afa-8118-4e24-a4f5-0eda2870f65c" providerId="ADAL" clId="{F986A30C-396F-42B9-99B4-0662258C0C71}" dt="2026-05-28T15:53:47.223" v="12344" actId="1076"/>
          <ac:picMkLst>
            <pc:docMk/>
            <pc:sldMk cId="1318238843" sldId="429"/>
            <ac:picMk id="7" creationId="{E4DE9841-FBFD-1FAE-B154-40D5D693EB4B}"/>
          </ac:picMkLst>
        </pc:picChg>
        <pc:picChg chg="mod">
          <ac:chgData name="MIRELES HERNANDEZ Enrique" userId="59608afa-8118-4e24-a4f5-0eda2870f65c" providerId="ADAL" clId="{F986A30C-396F-42B9-99B4-0662258C0C71}" dt="2026-05-28T15:53:41.714" v="12341"/>
          <ac:picMkLst>
            <pc:docMk/>
            <pc:sldMk cId="1318238843" sldId="429"/>
            <ac:picMk id="10" creationId="{12093FA3-5F1A-5CDE-4DF9-BD3B53B44AAD}"/>
          </ac:picMkLst>
        </pc:picChg>
        <pc:picChg chg="mod">
          <ac:chgData name="MIRELES HERNANDEZ Enrique" userId="59608afa-8118-4e24-a4f5-0eda2870f65c" providerId="ADAL" clId="{F986A30C-396F-42B9-99B4-0662258C0C71}" dt="2026-05-28T15:53:41.714" v="12341"/>
          <ac:picMkLst>
            <pc:docMk/>
            <pc:sldMk cId="1318238843" sldId="429"/>
            <ac:picMk id="11" creationId="{FCC886F2-A733-DEE7-AC5A-102C6132017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4D4FD-6EA2-42FA-95EC-0F91F2F7A59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43DF0-0546-4338-A447-077890CD2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55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36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E6AB-C18F-C815-BDF1-4A48FB28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F3652B-19CA-8A94-81B7-B54692DB6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76AE901-A8A5-9433-54E2-1FA54747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1CF60C-8D11-7F01-898D-F61C9F11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31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2718-3F8F-DBF6-6F4E-EF5DF958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9D3BBB-43CA-6003-587F-F6CAFA2D6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46B37F-75BE-71C4-8008-E5E7D00FE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558563-133E-626B-C681-00769FA7B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73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C46E-FDB2-9290-B231-E20A3C75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98C2FA-B87A-8D3A-5CC9-098106755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21F958-947D-E57F-7D33-C317EB227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+ ZOOM sin trend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B91ABE-D628-360C-C438-F63EBE8FB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885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497D-82E6-D239-B8A1-5688B39A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BD3DCA-F225-7825-70ED-27630BD48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B1D36D6-3907-3E83-F480-48A61D54C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28EAE6-E0C4-1B9B-E9C7-94A85B854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567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3BB4-8E49-A1A1-3093-AB088CDE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38A2AE8-957E-0718-7CE5-A3951F0CE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B612C1-7BEE-FA86-B4D9-9EED06AC9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ADA1C7-8B2D-B7C0-19CE-1B61C7DFE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583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343A3-F8A8-B6E7-F211-867C30F0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F4E717-BC1C-ED46-BCAA-90FBB337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043D5B-8228-6033-84DA-E08D6D2F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0A54F-2FBB-A586-A50B-30CAF8AD9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609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2FD09-EEF7-BC57-AAD2-5BA2B8A5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B9D59E-3675-35BF-7B63-074D1F8D7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310E0F-04C5-173E-C8B6-35097027C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02BED-4997-A747-E150-4100F0DDD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173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2612-29D1-435E-BC89-7141CCEB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50CCD9-3E48-CE63-858A-9FEC0588D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1F076B-B795-F28B-3FCA-8E17CE0BB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B27BE6-1EF9-1B73-7422-1F178D51E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186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2A5F-3F95-8632-9D2E-C5CA5A0D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6CD3C1-3DA5-2559-9704-449A5BED0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D4399F-4618-3134-5A0D-EA30157E2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C015EC-353E-380F-FB84-E0177B023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493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9EF2-47D8-D207-F838-10BDC045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D9C8A8-0682-E93C-0917-DB6AC9308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FD29B7-1DCA-F2D2-657C-1E44DDCA3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DB6F96-0D74-9058-1441-8BA82B0F4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986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3A3D-6678-FC88-6960-80A907E4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BA774C-48ED-8E97-F8CF-9E166A63A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257271-EE1C-83E3-0240-EC6730895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CE8D22-B978-AE48-68BC-00ED4851B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656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2F9AC-7926-00AA-54CC-71E7B9F1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5A0A8D5-36FA-D30E-B13E-17E786D68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BBF499-91C4-5038-5834-09A8B2968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???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D3C832-D9F4-C747-05B6-2CDACF924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66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15EC-A9C2-1845-0A73-A44312E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9F61A7-A9DC-2479-0D73-8A1CB0368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AE79CD-C9BD-2496-5745-352C5E715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455D0B-0708-43FF-12BC-F38EF55F5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29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8866-2ED8-7DC9-2F69-852828B1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197C93-A05C-B00B-9174-0313CAFA4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87972A3-A7FC-8AB6-2D92-BB6ACF0E2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90A19E-0EBA-48A7-88D5-384F5AC60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333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CEB4-537D-31AE-8E74-8FF781B2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F7924A-AD68-CCEB-3ED8-0A5277EA7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1131EA-FB1B-36CE-CB03-DC949F244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E272A2-CB61-7470-B570-DFCD718BB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108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BF98D-C360-99CA-7F3F-E808A0E8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702EB9-FFB0-6496-34D6-5B28DCACF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03E85B-9ED3-F144-7032-64560D842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AA98ED-51D0-154F-1CEE-DDE4E0557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991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1983-E169-8B80-3EBD-F0F441BB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65C135A-DDD6-ACEB-806E-02C773823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E690B5-51CD-4180-223D-2B4F7A091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58B120-515B-363C-D9EB-7394FCDEB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250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18F1-0075-B43A-F271-C7273757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983735-E63C-F992-9E2D-5698230D1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F3D5E5-65B9-EEE3-D8BA-A8E977944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F5888F-62EE-B535-EA15-9F6CFD023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226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F830-F029-78F6-FEAD-E08E5CA9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E9C7F3-385E-A36D-14E1-0D067E21C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0C5628-96AD-47CC-E08E-C7D64BE69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F3848C-D460-82CF-2C2F-4B31B2595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661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3739-67F2-1445-C50B-734A1F30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F943E1-02C8-FE4B-1191-A7828626A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DD41EAE-78A2-B321-C127-7E797D198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CF733C-8745-7464-8AAB-41DE5B563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087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34DA-BA8B-1578-953F-A0C1C2DB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04BA4D-31D8-688D-C203-A899DFA9C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50D392-E068-FF6C-53B1-E4E7723FF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1629F7-E6D1-C2E5-6744-A163F4EEB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454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AF0F-D47B-758F-02EB-FA8AE1E9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396620-ECB3-DB69-650F-AFE9BD414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05084A-EC98-56E9-D659-68120CA49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8AF3A4-227E-714F-DA37-107C92E6C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145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8106-A5C1-22CB-62E7-8D241B19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BC9C655-9E41-895E-1210-550FC878B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A9BE74-CCAD-C66F-0415-CF62E359E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D10CD8-45FC-478A-7216-C6EC078C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917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AC9BF-73AE-8325-9411-826D01FC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3EECA9-098E-F448-47F8-57A033598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8AE3E1-CF1B-7B5F-A439-5FEFB952B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B450A3-1618-0C53-A872-3731B1A6E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170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AA11-C7F1-B8E8-A564-3B3B3E51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A43348-DD2B-BFCC-4EEA-F53DE3661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7911E9-001E-8B8A-C68A-40F4B65A5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7960CA-DB92-A91D-A01C-729340A72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332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BFDB-268C-E855-DB96-3A2C7A0F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7AA2FB-DE4E-5B49-F97C-2E78719CF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183D26-FFF7-AADA-9616-C8920EF4C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15007D-6E6C-475E-D887-2575D145E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3926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F38A-1D90-1260-B0B2-EE8E8B13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5B717A-553B-5769-333B-15E446DE4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BD5C90-529C-E679-B7F5-0847DF17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EFA6EA-109B-0F08-C578-1462B2B39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2087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6614-C96F-77D0-E2AD-EBD7FC06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3C136E-8C7E-8DC9-3A6D-D271D5CCB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521533C-9712-74F8-C49F-44FBC8BF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0F4D5F-B464-DA14-F0F0-906DE7AC6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9310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866E-5BDB-2CF2-D0FF-09ABEAEE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64837B-D5FD-8CE7-2232-6B5C6BFD6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A61825-5468-1B96-51C2-642BC188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FE9FCF-427E-42D4-5E2E-73F6FCE85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04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42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76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5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69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84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58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82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1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844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06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98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CE554-2F6D-4260-8753-53D57109AD5B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95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microsoft.com/office/2007/relationships/hdphoto" Target="../media/hdphoto2.wdp"/><Relationship Id="rId10" Type="http://schemas.microsoft.com/office/2007/relationships/hdphoto" Target="../media/hdphoto1.wdp"/><Relationship Id="rId19" Type="http://schemas.openxmlformats.org/officeDocument/2006/relationships/image" Target="../media/image18.png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20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27.sv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0.pn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23.png"/><Relationship Id="rId10" Type="http://schemas.microsoft.com/office/2007/relationships/hdphoto" Target="../media/hdphoto1.wdp"/><Relationship Id="rId19" Type="http://schemas.openxmlformats.org/officeDocument/2006/relationships/image" Target="../media/image25.png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18" Type="http://schemas.openxmlformats.org/officeDocument/2006/relationships/image" Target="../media/image32.png"/><Relationship Id="rId3" Type="http://schemas.openxmlformats.org/officeDocument/2006/relationships/image" Target="../media/image3.png"/><Relationship Id="rId21" Type="http://schemas.openxmlformats.org/officeDocument/2006/relationships/image" Target="../media/image35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24" Type="http://schemas.openxmlformats.org/officeDocument/2006/relationships/image" Target="../media/image38.png"/><Relationship Id="rId5" Type="http://schemas.openxmlformats.org/officeDocument/2006/relationships/image" Target="../media/image4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microsoft.com/office/2007/relationships/hdphoto" Target="../media/hdphoto1.wdp"/><Relationship Id="rId19" Type="http://schemas.openxmlformats.org/officeDocument/2006/relationships/image" Target="../media/image33.png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18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40.png"/><Relationship Id="rId10" Type="http://schemas.microsoft.com/office/2007/relationships/hdphoto" Target="../media/hdphoto1.wdp"/><Relationship Id="rId19" Type="http://schemas.openxmlformats.org/officeDocument/2006/relationships/image" Target="../media/image44.png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47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4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jpeg"/><Relationship Id="rId3" Type="http://schemas.openxmlformats.org/officeDocument/2006/relationships/image" Target="../media/image62.png"/><Relationship Id="rId7" Type="http://schemas.openxmlformats.org/officeDocument/2006/relationships/image" Target="../media/image5.jpeg"/><Relationship Id="rId12" Type="http://schemas.openxmlformats.org/officeDocument/2006/relationships/image" Target="../media/image9.jpe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1.jpeg"/><Relationship Id="rId15" Type="http://schemas.openxmlformats.org/officeDocument/2006/relationships/image" Target="../media/image63.sv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64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6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73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7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59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5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59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5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88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8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63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64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6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png"/><Relationship Id="rId18" Type="http://schemas.openxmlformats.org/officeDocument/2006/relationships/image" Target="../media/image97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12" Type="http://schemas.openxmlformats.org/officeDocument/2006/relationships/image" Target="../media/image56.jpe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11" Type="http://schemas.openxmlformats.org/officeDocument/2006/relationships/image" Target="../media/image55.jpeg"/><Relationship Id="rId5" Type="http://schemas.openxmlformats.org/officeDocument/2006/relationships/image" Target="../media/image50.png"/><Relationship Id="rId15" Type="http://schemas.openxmlformats.org/officeDocument/2006/relationships/image" Target="../media/image59.svg"/><Relationship Id="rId10" Type="http://schemas.microsoft.com/office/2007/relationships/hdphoto" Target="../media/hdphoto3.wdp"/><Relationship Id="rId4" Type="http://schemas.openxmlformats.org/officeDocument/2006/relationships/image" Target="../media/image1.jpeg"/><Relationship Id="rId9" Type="http://schemas.openxmlformats.org/officeDocument/2006/relationships/image" Target="../media/image54.png"/><Relationship Id="rId14" Type="http://schemas.openxmlformats.org/officeDocument/2006/relationships/image" Target="../media/image5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0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100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99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64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6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17" Type="http://schemas.openxmlformats.org/officeDocument/2006/relationships/image" Target="../media/image64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106.pn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5" Type="http://schemas.openxmlformats.org/officeDocument/2006/relationships/image" Target="../media/image63.svg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ZoneTexte 55">
            <a:extLst>
              <a:ext uri="{FF2B5EF4-FFF2-40B4-BE49-F238E27FC236}">
                <a16:creationId xmlns:a16="http://schemas.microsoft.com/office/drawing/2014/main" id="{3F66E0FC-B150-F6D4-6496-C05419A25C0C}"/>
              </a:ext>
            </a:extLst>
          </p:cNvPr>
          <p:cNvSpPr txBox="1"/>
          <p:nvPr/>
        </p:nvSpPr>
        <p:spPr>
          <a:xfrm>
            <a:off x="4869896" y="2965974"/>
            <a:ext cx="3953393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ea typeface="Verdana" panose="020B0604030504040204" pitchFamily="34" charset="0"/>
              </a:rPr>
              <a:t>Enrique MIRELES HERNANDEZ</a:t>
            </a:r>
            <a:endParaRPr lang="fr-FR" sz="1351" dirty="0">
              <a:ea typeface="Verdana" panose="020B0604030504040204" pitchFamily="34" charset="0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FE6BFB4F-96C8-2CD5-70DC-B7D305F133B0}"/>
              </a:ext>
            </a:extLst>
          </p:cNvPr>
          <p:cNvSpPr txBox="1"/>
          <p:nvPr/>
        </p:nvSpPr>
        <p:spPr>
          <a:xfrm>
            <a:off x="5868747" y="3961673"/>
            <a:ext cx="3400927" cy="5206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fr-FR" sz="1600" dirty="0"/>
              <a:t>E. Mireles, P. </a:t>
            </a:r>
            <a:r>
              <a:rPr lang="fr-FR" sz="1600" dirty="0" err="1"/>
              <a:t>Lorong</a:t>
            </a:r>
            <a:r>
              <a:rPr lang="fr-FR" sz="1600" dirty="0"/>
              <a:t>, M. </a:t>
            </a:r>
            <a:r>
              <a:rPr lang="fr-FR" sz="1600" dirty="0" err="1"/>
              <a:t>Guskov</a:t>
            </a:r>
            <a:endParaRPr lang="fr-FR" sz="1600" dirty="0"/>
          </a:p>
          <a:p>
            <a:r>
              <a:rPr lang="fr-FR" sz="1200" i="1" dirty="0"/>
              <a:t>Laboratoire PIMM / ENSAM, Paris, France</a:t>
            </a:r>
          </a:p>
        </p:txBody>
      </p:sp>
      <p:sp>
        <p:nvSpPr>
          <p:cNvPr id="1024" name="TextBox 40">
            <a:extLst>
              <a:ext uri="{FF2B5EF4-FFF2-40B4-BE49-F238E27FC236}">
                <a16:creationId xmlns:a16="http://schemas.microsoft.com/office/drawing/2014/main" id="{22B96852-977B-699B-FD56-5373CDDD26C8}"/>
              </a:ext>
            </a:extLst>
          </p:cNvPr>
          <p:cNvSpPr txBox="1"/>
          <p:nvPr/>
        </p:nvSpPr>
        <p:spPr>
          <a:xfrm>
            <a:off x="5895534" y="4760113"/>
            <a:ext cx="3400927" cy="52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fr-FR" sz="1600" dirty="0">
                <a:ea typeface="Verdana" panose="020B0604030504040204" pitchFamily="34" charset="0"/>
              </a:rPr>
              <a:t>T. Dorlin, H. </a:t>
            </a:r>
            <a:r>
              <a:rPr lang="fr-FR" sz="1600" dirty="0" err="1">
                <a:ea typeface="Verdana" panose="020B0604030504040204" pitchFamily="34" charset="0"/>
              </a:rPr>
              <a:t>Karaouni</a:t>
            </a:r>
            <a:endParaRPr lang="fr-FR" sz="1600" dirty="0">
              <a:ea typeface="Verdana" panose="020B0604030504040204" pitchFamily="34" charset="0"/>
            </a:endParaRPr>
          </a:p>
          <a:p>
            <a:r>
              <a:rPr lang="fr-FR" sz="1200" i="1" dirty="0">
                <a:ea typeface="Verdana" panose="020B0604030504040204" pitchFamily="34" charset="0"/>
              </a:rPr>
              <a:t>Safran S.A., Magny-les-Hameaux, France</a:t>
            </a:r>
          </a:p>
        </p:txBody>
      </p:sp>
      <p:pic>
        <p:nvPicPr>
          <p:cNvPr id="1029" name="Picture 2">
            <a:extLst>
              <a:ext uri="{FF2B5EF4-FFF2-40B4-BE49-F238E27FC236}">
                <a16:creationId xmlns:a16="http://schemas.microsoft.com/office/drawing/2014/main" id="{A919BB90-A3F6-903A-CC19-8E5E347D2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954" y="4798885"/>
            <a:ext cx="2021279" cy="43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28C8FF0-7709-AF3E-E99E-2E1FD186EBB7}"/>
              </a:ext>
            </a:extLst>
          </p:cNvPr>
          <p:cNvGrpSpPr>
            <a:grpSpLocks noChangeAspect="1"/>
          </p:cNvGrpSpPr>
          <p:nvPr/>
        </p:nvGrpSpPr>
        <p:grpSpPr>
          <a:xfrm>
            <a:off x="2960213" y="3891133"/>
            <a:ext cx="2798799" cy="626475"/>
            <a:chOff x="2244113" y="4780953"/>
            <a:chExt cx="3452707" cy="772843"/>
          </a:xfrm>
        </p:grpSpPr>
        <p:pic>
          <p:nvPicPr>
            <p:cNvPr id="1028" name="Picture 47">
              <a:extLst>
                <a:ext uri="{FF2B5EF4-FFF2-40B4-BE49-F238E27FC236}">
                  <a16:creationId xmlns:a16="http://schemas.microsoft.com/office/drawing/2014/main" id="{3F4A9BE5-E4B1-BE7A-7B71-C534C9AB5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5571"/>
            <a:stretch/>
          </p:blipFill>
          <p:spPr>
            <a:xfrm>
              <a:off x="2244113" y="4940510"/>
              <a:ext cx="1962031" cy="486901"/>
            </a:xfrm>
            <a:prstGeom prst="rect">
              <a:avLst/>
            </a:prstGeom>
          </p:spPr>
        </p:pic>
        <p:pic>
          <p:nvPicPr>
            <p:cNvPr id="1032" name="Picture 47">
              <a:extLst>
                <a:ext uri="{FF2B5EF4-FFF2-40B4-BE49-F238E27FC236}">
                  <a16:creationId xmlns:a16="http://schemas.microsoft.com/office/drawing/2014/main" id="{031DEA5D-C0C6-FF88-8DF7-4E79C0236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117" t="42182" r="20213"/>
            <a:stretch/>
          </p:blipFill>
          <p:spPr>
            <a:xfrm>
              <a:off x="4460292" y="4780953"/>
              <a:ext cx="1236528" cy="772843"/>
            </a:xfrm>
            <a:prstGeom prst="rect">
              <a:avLst/>
            </a:prstGeom>
          </p:spPr>
        </p:pic>
      </p:grpSp>
      <p:sp>
        <p:nvSpPr>
          <p:cNvPr id="1033" name="TextBox 37">
            <a:extLst>
              <a:ext uri="{FF2B5EF4-FFF2-40B4-BE49-F238E27FC236}">
                <a16:creationId xmlns:a16="http://schemas.microsoft.com/office/drawing/2014/main" id="{D5F542AE-90F7-17C4-7545-6F3B16BAEDA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D831A8D9-6D30-DA2C-D3F0-6A524F03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F65721D-7467-EDA7-9A12-CE4DCA516B7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6D5F9EE-EFFF-E67B-EEF4-F73E5AB3C54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30">
            <a:extLst>
              <a:ext uri="{FF2B5EF4-FFF2-40B4-BE49-F238E27FC236}">
                <a16:creationId xmlns:a16="http://schemas.microsoft.com/office/drawing/2014/main" id="{740D3480-595A-BA70-7905-31E1117D893D}"/>
              </a:ext>
            </a:extLst>
          </p:cNvPr>
          <p:cNvSpPr txBox="1"/>
          <p:nvPr/>
        </p:nvSpPr>
        <p:spPr>
          <a:xfrm>
            <a:off x="1733783" y="1271219"/>
            <a:ext cx="8645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solidFill>
                  <a:srgbClr val="0F254E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Chatter Detection Indicators under Simulated Machining Conditions </a:t>
            </a:r>
            <a:endParaRPr lang="fr-FR" sz="3200" b="1" i="1" dirty="0">
              <a:solidFill>
                <a:srgbClr val="0F254E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272247A-C0E6-5C4B-C919-7AD8C8DC0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10D77C5-6AE6-E564-7BFD-F777794BB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17F2DA2-1A6B-D3F5-19CC-79A7E2EC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74D7F82A-A5BD-7EA9-B267-FB76F7294D8A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31AD78D-4C02-51E3-0AC5-6B56ABA70D0E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E2DB1D1C-3607-C1EE-7E8C-459B7D5CE6B8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D5F3FC72-7ADD-8607-A61B-E31943E8BA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1D83B60E-A566-2246-0B64-E4410CD50BC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9DFD9CFD-839C-B80D-ED1E-8C2B01865FD0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BC50B883-E2F0-2B51-3677-827D462CD4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1D628BF0-76FF-25BD-D2F6-657DB757448F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9279B2F8-F924-ECE9-8F26-A92C882171EB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4312B792-F144-0F26-ED08-AF49FFBE73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958DFB7-5822-0D7C-664C-93E6729BA40D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AE19A7C-BA7C-C731-A95D-5CD1B7BE0EEC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FA2FF63F-38BC-10AA-2408-B6ABC72048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1B933D28-E757-6206-BAD2-7F76A199B6CC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7B184B0-EB45-7FCA-217D-7BEE161F2C94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E71F9C8C-B444-A3E0-9FCD-B169698F484E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E29BCB58-2F33-275B-FAF0-16DD7D937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AD11124-63C4-62CA-22B2-0E71FACA8BEB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3439BA2A-B775-10CC-13E2-1931EBE85124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84B5964B-D6AF-4E98-BB2D-F397F1EDA8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F36B12FE-7B23-D538-DFF9-A17B45743067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E3AAA25F-0FD1-407D-2F9F-19993CE375B3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D0C1AB5C-0ADA-BF35-6342-ACC204D003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D7270EA2-89C7-9E08-F267-54871BC2C7AD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278758ED-8EE7-1FEC-0554-67B400F827C6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05771391-0CEA-ABFA-F222-0F548E5A3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1AF3CA5D-EE4B-B876-AE28-85CB905A4E4A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77B3461A-17A2-78AF-7CA2-F370D249B4FF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973A-D00E-87BF-97A5-AEA46BF7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E83E82CC-ED3E-CE36-86C6-83F753D2BAE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C753643B-1F44-E3EE-C161-FE9F4D59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6B1617A-BDC8-0F44-A592-D33864D6036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7790827-F05E-8DAA-8D9A-6BE72199F4A4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C2F6A5D8-367B-96AC-EF60-F1E7A8D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8393085-00A8-D03E-16B4-462D2ED5C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F3B19F6-4878-46D1-62D1-F1106F1573E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E0A2DB83-7F96-8FAE-3D3C-D93E2A3173EF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A79AD353-619E-85F4-7D3E-1CD986144651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9D81D9FE-3A6C-42FE-C68A-533227ED386C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A9002194-0BF6-EE6A-AA84-4F6604CEB2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AD7AD58F-259D-FA49-5DC0-C415265D8E7B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C2B20309-5FA3-8B3E-7891-40A49EE00224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A596C2EE-6BB8-1625-663A-0268A889BE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7460341-0DA5-B790-7A2D-C5486B6B8E38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04D3E216-2565-BDB3-9500-1C818546D44E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62424E01-5F6D-0FC4-DC23-4A0534D44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A7E39B7-9EDA-1E51-5AF3-E4B3B2FB04B9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7E52EC5A-2B92-475C-EFA1-4CC0932A7834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77123390-43BA-8792-1983-051AFBA7D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43C474F-1F69-C9A8-17E1-1C6D87593759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FA96652C-35B2-11F5-758E-71D55A20AA85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C78B6A43-C9CF-5B6B-D90A-5DFFF6E6BEFC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A9E9ACF-86BD-C34E-3037-F9FD8E215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AA7D9251-9A24-6B41-9583-C3AF00C606CE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4092A662-D451-675B-9E4D-87F98C9DAFA3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CF4925BB-88D1-4135-9CAA-980E9DCE3A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85E4DC72-6CDB-5652-CDFF-FFBA530D3583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31E1B340-2E89-BF49-3C0A-17DAD55A8041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354B0AB-2AEC-9F39-E086-633140AAD3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4CE6EDC0-6110-6B77-CA58-50DF61BBB21B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31CA16EE-4A76-B12D-3966-69562C1AB131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A6883157-23E3-1836-E548-031533020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4D3F7333-706D-0C1B-8900-FC7AE728BC24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8E1F9BD4-87F5-27CF-D7FE-BD9A67B8578D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C7E14DE-ED67-D526-27F2-B243094A0F05}"/>
              </a:ext>
            </a:extLst>
          </p:cNvPr>
          <p:cNvCxnSpPr>
            <a:cxnSpLocks/>
          </p:cNvCxnSpPr>
          <p:nvPr/>
        </p:nvCxnSpPr>
        <p:spPr>
          <a:xfrm>
            <a:off x="220912" y="627733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30">
            <a:extLst>
              <a:ext uri="{FF2B5EF4-FFF2-40B4-BE49-F238E27FC236}">
                <a16:creationId xmlns:a16="http://schemas.microsoft.com/office/drawing/2014/main" id="{692006C1-B5D7-411B-B7D3-3D2725D7C94D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A938953E-B3E8-F35C-0847-5AA4E1C80413}"/>
              </a:ext>
            </a:extLst>
          </p:cNvPr>
          <p:cNvSpPr txBox="1"/>
          <p:nvPr/>
        </p:nvSpPr>
        <p:spPr>
          <a:xfrm>
            <a:off x="209782" y="1023415"/>
            <a:ext cx="911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Détecter les premiers signes d’instabilité avant l’apparition du broutement établi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5CD5BD8-F316-2CEE-DE6E-5E2717E8ADC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20632"/>
          <a:stretch>
            <a:fillRect/>
          </a:stretch>
        </p:blipFill>
        <p:spPr>
          <a:xfrm>
            <a:off x="2195600" y="4052691"/>
            <a:ext cx="6587933" cy="161261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01EA5E7-B7E5-FB69-BDDA-949E70C2D423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b="18394"/>
          <a:stretch>
            <a:fillRect/>
          </a:stretch>
        </p:blipFill>
        <p:spPr>
          <a:xfrm>
            <a:off x="1368607" y="1192692"/>
            <a:ext cx="8748900" cy="273347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435FDE5-09F1-6F8E-986B-8E9B9B53E02F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3974" t="85901" r="13254"/>
          <a:stretch>
            <a:fillRect/>
          </a:stretch>
        </p:blipFill>
        <p:spPr>
          <a:xfrm>
            <a:off x="2319507" y="3763299"/>
            <a:ext cx="6366776" cy="47227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0E7965E-7A56-C285-F476-26035AA0185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0362" t="80954" r="28385" b="1598"/>
          <a:stretch>
            <a:fillRect/>
          </a:stretch>
        </p:blipFill>
        <p:spPr>
          <a:xfrm>
            <a:off x="3480183" y="5522983"/>
            <a:ext cx="4110545" cy="5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8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F224-B6A0-F8CA-4CEF-1F2549D2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10F67CBF-1708-1ED9-F67A-EA3B6E03472A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8DE4E26A-ACEC-B038-CE3C-BD97ED7D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3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5F7B50-99DC-49D1-60CB-A032069732E3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7C2D8EC-0F88-9728-7EE9-3CE975CDD60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FA7CEF4F-6400-8FF9-B35A-1CAF01402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E75EE60-2232-FA74-A407-846FE72F1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5E7F6AB-F6DC-44C4-B533-6BA62B6E9F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F4CF7604-26A1-35FB-EA33-3C614814A041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3C1F77F3-E9D2-7FDA-6570-12021B59AD2E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734B4A06-35CB-759A-F519-4C22D19BDBD8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2353CDB6-E9C3-8CFA-1151-F4007C4BB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7AA7DE7A-E37B-391E-A2DF-6EC217170E35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367904F-9A1B-716D-E814-598AA080B78F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6B875635-9C06-9FDF-3237-F8714FBCE8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E5E2043-8F34-5835-92D2-6D92D97723C1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60FA22C5-EE27-168C-BB88-B67B977E976B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35F95345-2CD7-8574-8237-7159DE091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16634163-F5E6-D459-402C-B07BE0D4D30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F69047D3-D2F5-C7F6-5276-4EDD38DF4088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C2B2C1BE-7DB0-7313-BD2E-191783A828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F2CB1ADB-8BFF-BE19-B51C-C99DA056E1E1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98FBD41-1EA5-C4C1-85BC-24D393D426CC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9B4CC6D9-5DBF-9A44-7A06-9696F61448F7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6E0D38B9-1A98-A1D6-63F3-2FD1225E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355FFA1F-F76E-F19C-D0E6-A35E4210A81D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EE544F3A-0572-E1D4-A1E4-2F76AEBCFB2E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0279FE2B-D11A-42DA-AA9D-C6CE7B4C3D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0BC0B8A9-FA51-C998-05E7-C6FA76931F42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6F100C2D-DBF2-E37A-218B-7A9F30B8B07C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539D712A-5CCB-CB68-EF3C-D92B5FE0DD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B6901567-4EBF-BC26-C866-1289FAB37026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E926FD78-1773-196B-3212-3D924EA30894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E1085E7B-8D8C-0F72-F9F8-82F3FF163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61078082-EF07-5AA9-A83D-4961D9E69E1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8DA42176-8478-F165-BF69-EE53F38B7774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30">
            <a:extLst>
              <a:ext uri="{FF2B5EF4-FFF2-40B4-BE49-F238E27FC236}">
                <a16:creationId xmlns:a16="http://schemas.microsoft.com/office/drawing/2014/main" id="{E7378758-F60D-CDF4-FAFB-870EA0507A8F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Cas de étude pour la comparaison des indicateurs </a:t>
            </a:r>
          </a:p>
        </p:txBody>
      </p:sp>
      <p:sp>
        <p:nvSpPr>
          <p:cNvPr id="18" name="TextBox 30">
            <a:extLst>
              <a:ext uri="{FF2B5EF4-FFF2-40B4-BE49-F238E27FC236}">
                <a16:creationId xmlns:a16="http://schemas.microsoft.com/office/drawing/2014/main" id="{6D233138-EAE1-7AB5-4916-F1B78BE72DA5}"/>
              </a:ext>
            </a:extLst>
          </p:cNvPr>
          <p:cNvSpPr txBox="1"/>
          <p:nvPr/>
        </p:nvSpPr>
        <p:spPr>
          <a:xfrm>
            <a:off x="209782" y="1023415"/>
            <a:ext cx="911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Simulation dynamique du tournage régénératif à partir d’un cas de référence </a:t>
            </a:r>
            <a:r>
              <a:rPr lang="fr-FR" sz="1600" b="1" i="1" dirty="0">
                <a:solidFill>
                  <a:srgbClr val="8DBEC5"/>
                </a:solidFill>
              </a:rPr>
              <a:t>[Altintas,2012]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1BF85D5-F6B2-B224-098A-119DA3DC0B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53" b="90758" l="8635" r="89960">
                        <a14:foregroundMark x1="33133" y1="90995" x2="33133" y2="90995"/>
                        <a14:foregroundMark x1="8635" y1="82227" x2="16265" y2="77962"/>
                        <a14:foregroundMark x1="85341" y1="35782" x2="87149" y2="348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37" y="1819024"/>
            <a:ext cx="2609519" cy="2211279"/>
          </a:xfrm>
          <a:prstGeom prst="rect">
            <a:avLst/>
          </a:prstGeom>
        </p:spPr>
      </p:pic>
      <p:sp>
        <p:nvSpPr>
          <p:cNvPr id="20" name="TextBox 45">
            <a:extLst>
              <a:ext uri="{FF2B5EF4-FFF2-40B4-BE49-F238E27FC236}">
                <a16:creationId xmlns:a16="http://schemas.microsoft.com/office/drawing/2014/main" id="{7013EC18-F596-D89C-AD9E-8506F0E03083}"/>
              </a:ext>
            </a:extLst>
          </p:cNvPr>
          <p:cNvSpPr txBox="1">
            <a:spLocks noChangeAspect="1"/>
          </p:cNvSpPr>
          <p:nvPr/>
        </p:nvSpPr>
        <p:spPr>
          <a:xfrm>
            <a:off x="945612" y="1509230"/>
            <a:ext cx="2604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134E7B"/>
                </a:solidFill>
              </a:rPr>
              <a:t>Discrétisation du cône tronqué – Dexels</a:t>
            </a:r>
          </a:p>
        </p:txBody>
      </p:sp>
      <p:sp>
        <p:nvSpPr>
          <p:cNvPr id="21" name="TextBox 45">
            <a:extLst>
              <a:ext uri="{FF2B5EF4-FFF2-40B4-BE49-F238E27FC236}">
                <a16:creationId xmlns:a16="http://schemas.microsoft.com/office/drawing/2014/main" id="{E269F788-3510-52A8-9951-737089A3857C}"/>
              </a:ext>
            </a:extLst>
          </p:cNvPr>
          <p:cNvSpPr txBox="1">
            <a:spLocks noChangeAspect="1"/>
          </p:cNvSpPr>
          <p:nvPr/>
        </p:nvSpPr>
        <p:spPr>
          <a:xfrm>
            <a:off x="3767832" y="1503528"/>
            <a:ext cx="2818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134E7B"/>
                </a:solidFill>
              </a:rPr>
              <a:t>Configuration de l’outil de coupe et direction des forces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5280BB0-1C28-47D9-DED6-AD38092BA1C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045" y="2056453"/>
            <a:ext cx="2544582" cy="1798266"/>
          </a:xfrm>
          <a:prstGeom prst="rect">
            <a:avLst/>
          </a:prstGeom>
        </p:spPr>
      </p:pic>
      <p:sp>
        <p:nvSpPr>
          <p:cNvPr id="26" name="TextBox 45">
            <a:extLst>
              <a:ext uri="{FF2B5EF4-FFF2-40B4-BE49-F238E27FC236}">
                <a16:creationId xmlns:a16="http://schemas.microsoft.com/office/drawing/2014/main" id="{730CC92E-C185-4D4B-189B-A992A932305D}"/>
              </a:ext>
            </a:extLst>
          </p:cNvPr>
          <p:cNvSpPr txBox="1">
            <a:spLocks noChangeAspect="1"/>
          </p:cNvSpPr>
          <p:nvPr/>
        </p:nvSpPr>
        <p:spPr>
          <a:xfrm>
            <a:off x="1643918" y="3996279"/>
            <a:ext cx="4103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134E7B"/>
                </a:solidFill>
              </a:rPr>
              <a:t>Schéma de la pièce conique tronquée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CFBF2B2-5C61-6F75-6A6B-9498853C09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3826" y="4304056"/>
            <a:ext cx="4715664" cy="178842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A3B69AC-CDC7-12AA-41C9-83585A22DC6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18643" y="1485377"/>
            <a:ext cx="3348645" cy="2473643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99E76F55-6C03-FF30-8D96-A3584932A0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4035882"/>
            <a:ext cx="4010856" cy="21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7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0E3E-6127-4B27-D5D5-5C1EDCE2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381217A8-B2F4-C534-243A-AC8666735B53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74196DD3-FA00-4B3F-18F1-DA277561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4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D32AFB6-AFF7-4787-BC74-113F18CFDED3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49035DB-D4F0-F9BB-C03A-999236F9C2E4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E12497B4-573A-BD7B-041D-B6B89CAE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86E20DAF-7093-11BB-70F9-48654BB1A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5217B6F-4551-2C24-D33C-8BE73B7524D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32CBA1CC-FE9E-63A6-E689-3D55C28C893C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C016147-24AC-C29E-2A75-C232D9E4F72B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458AC84E-8DD1-C660-96E3-2C6710CFA765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E2DB5A44-170C-44A8-6493-B3274895EA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CAC1EC5F-058A-1593-1CA1-CC1F91A1432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11E0F14-3A83-B206-645A-FF81CBF8070F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1FC21325-B260-9098-FDE4-11604E867A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E882E25-CFC1-F70F-0165-E998E9DDD580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5359B7D3-D7F4-AA22-464C-BCFB65647D5C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8AADA353-B7D9-ECF9-F944-7A703C2623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5D8D5D7E-7914-CB4F-CCAE-C23954BBF47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DBC4D004-D7D5-4981-8185-B067A75CE17C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ACE036D3-22D3-3309-37F0-151483E4B3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391FFC1D-0568-F64E-527C-E7AA0EBDF305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3840DC1-B15B-31E0-8CB4-F3F7084B070D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B1630FB1-0D5A-E5A9-1C15-6B243F6B8FD3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20777D83-B3FB-59E3-DAB5-E00989399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D9491AD-74B3-3FFB-5FEE-A1159C237CAA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E7A78E44-E94D-B0F1-8EB2-4D99B2AC89A2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759D2921-15F5-3338-CAB9-FF6BD4CA5F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D540BC5-21E0-D906-7941-BBEB6049E871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6939155E-A21E-325E-BA47-38F130F74E08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84A32C87-00C2-26BD-1D38-DABC72AE27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40BC0182-F705-D4A1-BDA6-3000DA3038FF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C5FB014E-25A7-CD44-FFC6-65563242BE4E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FE3719BC-CB77-FF74-DF15-8EA6D94F1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64F534BE-E027-6675-E6B2-FB803B2C46F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325274DE-2FC5-F8FF-9D04-46A0BF8B6F72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AFD857B8-D4C4-A674-DD27-2AB935418631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Cas de étude pour la comparaison des indicateurs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10018FD7-3FC6-5C61-BF21-2DF4F0E92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8272" y="885447"/>
            <a:ext cx="3544793" cy="5013606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33BFE8B-0556-5E3F-AD68-AB4C4A0C9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73531" y="874483"/>
            <a:ext cx="3544793" cy="5013605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997BE56-91B0-B787-80FB-68890FCC4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5209" y="898903"/>
            <a:ext cx="3544793" cy="5013606"/>
          </a:xfrm>
          <a:prstGeom prst="rect">
            <a:avLst/>
          </a:prstGeom>
        </p:spPr>
      </p:pic>
      <p:sp>
        <p:nvSpPr>
          <p:cNvPr id="11" name="TextBox 45">
            <a:extLst>
              <a:ext uri="{FF2B5EF4-FFF2-40B4-BE49-F238E27FC236}">
                <a16:creationId xmlns:a16="http://schemas.microsoft.com/office/drawing/2014/main" id="{4F63CAA7-9D79-2C8B-BD67-F143E8504410}"/>
              </a:ext>
            </a:extLst>
          </p:cNvPr>
          <p:cNvSpPr txBox="1">
            <a:spLocks noChangeAspect="1"/>
          </p:cNvSpPr>
          <p:nvPr/>
        </p:nvSpPr>
        <p:spPr>
          <a:xfrm>
            <a:off x="955726" y="5645492"/>
            <a:ext cx="88441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104861"/>
                </a:solidFill>
              </a:rPr>
              <a:t>Signaux de vitesse, de force et de déplacement simulés, avec un zoom local </a:t>
            </a:r>
            <a:r>
              <a:rPr lang="fr-FR" sz="1600" b="1" dirty="0">
                <a:solidFill>
                  <a:srgbClr val="FF0000"/>
                </a:solidFill>
              </a:rPr>
              <a:t>sans tendance </a:t>
            </a:r>
            <a:r>
              <a:rPr lang="fr-FR" sz="1600" b="1" dirty="0">
                <a:solidFill>
                  <a:srgbClr val="104861"/>
                </a:solidFill>
              </a:rPr>
              <a:t>pour la force et le déplacement.</a:t>
            </a:r>
          </a:p>
        </p:txBody>
      </p:sp>
    </p:spTree>
    <p:extLst>
      <p:ext uri="{BB962C8B-B14F-4D97-AF65-F5344CB8AC3E}">
        <p14:creationId xmlns:p14="http://schemas.microsoft.com/office/powerpoint/2010/main" val="132182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3EB8-2530-961B-8107-57C53D8B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BA840630-2D6D-B3B9-C2C1-5D74A03EBE77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E92A57E5-692D-C399-D2E9-2E1D5979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5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ED2CA34-8B57-758C-0E3C-5CD407316F1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58979C6-D1B7-2606-6135-7ECA9F3373C9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C94D034E-5444-8DB0-8593-705D181B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523572A-D15D-96A5-D9CE-5BF11BE1F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5D9A94C-91F9-992D-2362-B7748E4FDB2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AED15B8B-FC4F-7269-6A81-96EF1BA707B6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70FF74A5-D63A-FEF3-4D45-CC916937E6B5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EBD1E351-2B94-EB17-E606-A02815A050EB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355F154D-1D4D-ACAE-D583-09A4DC776C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D01A1E73-766C-5592-6393-09A2255F69F3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113C1FBB-90D0-5F34-1C27-EDC28FC45779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5079961E-18B1-E308-C96B-669BA39AA6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06D09DB-BBB5-1B87-BF56-E543A54786C0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B97F7B5A-E3A1-0B06-06B8-E61B8D8FC827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775A2716-7AF5-4602-3804-AB7817117B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B89A5B1-163A-F7A7-346E-65829D4DF4E3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0546CD9B-08F5-AA48-C80E-471BAE5CD594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35024E87-1FF3-B6BB-3A57-687004C5F3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26478EC-B77D-E066-2B1F-8D86975204E8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487346DC-D682-FEB5-FC92-45053DE7A71C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17A84806-1285-3911-49B1-DE1E7B93037D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54F15BE1-70C6-660E-E803-463A64C24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A65E9AE9-54BE-9F6D-A0EB-4F01FA21CC9E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88982EEA-D805-F0E5-CEB7-5923DDE94C3D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4B5B4BDE-EDE4-3415-7080-A61294338B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F43C828D-3506-AA26-7A99-A3AACA760E1A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E5B16C97-69A9-83A8-2759-08E788E88031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AFCCFB2A-353C-BEEC-4620-62229C40A0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80085BDA-B2C6-A40F-48C1-C9F0D786747A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1B0A8622-1E9B-A17A-9B5F-E81702215584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5C27592C-1BF2-11C1-577E-99C1FC65FC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4256C73D-330B-F619-0BB4-D08AE68BA790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75CD9B1E-7BDF-1E9B-D9A6-BBA544B6027B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Fondo">
            <a:extLst>
              <a:ext uri="{FF2B5EF4-FFF2-40B4-BE49-F238E27FC236}">
                <a16:creationId xmlns:a16="http://schemas.microsoft.com/office/drawing/2014/main" id="{53EF7AB7-5130-2D9B-1E58-BBBCABA5065A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5000"/>
          </a:blip>
          <a:stretch>
            <a:fillRect/>
          </a:stretch>
        </p:blipFill>
        <p:spPr>
          <a:xfrm>
            <a:off x="1279330" y="1818566"/>
            <a:ext cx="9004572" cy="3877392"/>
          </a:xfrm>
          <a:prstGeom prst="rect">
            <a:avLst/>
          </a:prstGeom>
        </p:spPr>
      </p:pic>
      <p:sp>
        <p:nvSpPr>
          <p:cNvPr id="8" name="TextBox 30">
            <a:extLst>
              <a:ext uri="{FF2B5EF4-FFF2-40B4-BE49-F238E27FC236}">
                <a16:creationId xmlns:a16="http://schemas.microsoft.com/office/drawing/2014/main" id="{C8EE9CB1-2530-4A45-B778-3BE483669752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Cadre du benchmark</a:t>
            </a: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9254EC2C-4A9B-B94E-7076-E033C50C2528}"/>
              </a:ext>
            </a:extLst>
          </p:cNvPr>
          <p:cNvSpPr txBox="1"/>
          <p:nvPr/>
        </p:nvSpPr>
        <p:spPr>
          <a:xfrm>
            <a:off x="209782" y="1023415"/>
            <a:ext cx="911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Cadre commun pour comparer des indicateurs de détection précoce du broutement</a:t>
            </a: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CE3B4F0F-F494-332E-46D4-7F893BE96644}"/>
              </a:ext>
            </a:extLst>
          </p:cNvPr>
          <p:cNvSpPr txBox="1"/>
          <p:nvPr/>
        </p:nvSpPr>
        <p:spPr>
          <a:xfrm>
            <a:off x="209782" y="1423394"/>
            <a:ext cx="9118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Tous les indicateurs sont appliqués aux mêmes signaux issus de la simulation 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087B4A4-52FC-8A85-BC7A-78BB0F5F3A90}"/>
              </a:ext>
            </a:extLst>
          </p:cNvPr>
          <p:cNvGrpSpPr/>
          <p:nvPr/>
        </p:nvGrpSpPr>
        <p:grpSpPr>
          <a:xfrm>
            <a:off x="1286946" y="1831730"/>
            <a:ext cx="2168442" cy="3861046"/>
            <a:chOff x="143946" y="1842587"/>
            <a:chExt cx="2168442" cy="3861046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783FE94F-90F2-E165-A65B-DB1A96D2E2CB}"/>
                </a:ext>
              </a:extLst>
            </p:cNvPr>
            <p:cNvSpPr/>
            <p:nvPr/>
          </p:nvSpPr>
          <p:spPr>
            <a:xfrm>
              <a:off x="213881" y="1918876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rgbClr val="DBEB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F7B44856-79EE-3281-B8C8-91C36DB25636}"/>
                </a:ext>
              </a:extLst>
            </p:cNvPr>
            <p:cNvSpPr/>
            <p:nvPr/>
          </p:nvSpPr>
          <p:spPr>
            <a:xfrm>
              <a:off x="143950" y="1842587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rgbClr val="94C2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TextBox 45">
              <a:extLst>
                <a:ext uri="{FF2B5EF4-FFF2-40B4-BE49-F238E27FC236}">
                  <a16:creationId xmlns:a16="http://schemas.microsoft.com/office/drawing/2014/main" id="{3EA80572-198B-3803-0736-B6743BFB47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782" y="1929610"/>
              <a:ext cx="19327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solidFill>
                    <a:srgbClr val="223A6D"/>
                  </a:solidFill>
                </a:rPr>
                <a:t>Signaux bruts </a:t>
              </a:r>
            </a:p>
          </p:txBody>
        </p:sp>
        <p:sp>
          <p:nvSpPr>
            <p:cNvPr id="17" name="TextBox 45">
              <a:extLst>
                <a:ext uri="{FF2B5EF4-FFF2-40B4-BE49-F238E27FC236}">
                  <a16:creationId xmlns:a16="http://schemas.microsoft.com/office/drawing/2014/main" id="{0760A04F-6923-69DC-303A-930B11AB6F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43946" y="2257593"/>
              <a:ext cx="2090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dirty="0">
                  <a:solidFill>
                    <a:srgbClr val="223A6D"/>
                  </a:solidFill>
                </a:rPr>
                <a:t>Données simulées</a:t>
              </a:r>
              <a:endParaRPr lang="fr-FR" sz="1200" b="1" dirty="0">
                <a:solidFill>
                  <a:srgbClr val="223A6D"/>
                </a:solidFill>
              </a:endParaRPr>
            </a:p>
          </p:txBody>
        </p: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21DEBDD2-A645-426F-C8C7-9681EE3A8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5656" t="14507" r="33728" b="23555"/>
            <a:stretch>
              <a:fillRect/>
            </a:stretch>
          </p:blipFill>
          <p:spPr>
            <a:xfrm>
              <a:off x="555162" y="2738370"/>
              <a:ext cx="1178521" cy="967019"/>
            </a:xfrm>
            <a:prstGeom prst="rect">
              <a:avLst/>
            </a:prstGeom>
            <a:ln w="38100">
              <a:solidFill>
                <a:srgbClr val="98296B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45">
                  <a:extLst>
                    <a:ext uri="{FF2B5EF4-FFF2-40B4-BE49-F238E27FC236}">
                      <a16:creationId xmlns:a16="http://schemas.microsoft.com/office/drawing/2014/main" id="{F9B5C109-0EC0-9E27-3A69-39B57523A412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152637" y="5071398"/>
                  <a:ext cx="20908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223A6D"/>
                      </a:solidFill>
                    </a:rPr>
                    <a:t>Vitesse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endParaRPr lang="fr-FR" sz="1200" dirty="0">
                    <a:solidFill>
                      <a:srgbClr val="223A6D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45">
                  <a:extLst>
                    <a:ext uri="{FF2B5EF4-FFF2-40B4-BE49-F238E27FC236}">
                      <a16:creationId xmlns:a16="http://schemas.microsoft.com/office/drawing/2014/main" id="{8031F806-95D9-FE50-BBA4-21DF20901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37" y="5071398"/>
                  <a:ext cx="2090893" cy="276999"/>
                </a:xfrm>
                <a:prstGeom prst="rect">
                  <a:avLst/>
                </a:prstGeom>
                <a:blipFill>
                  <a:blip r:embed="rId16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45">
                  <a:extLst>
                    <a:ext uri="{FF2B5EF4-FFF2-40B4-BE49-F238E27FC236}">
                      <a16:creationId xmlns:a16="http://schemas.microsoft.com/office/drawing/2014/main" id="{248A0FE0-BC9C-A602-5455-96F9C98CF808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143946" y="5286850"/>
                  <a:ext cx="20908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sz="1200" noProof="0" dirty="0">
                      <a:solidFill>
                        <a:srgbClr val="223A6D"/>
                      </a:solidFill>
                    </a:rPr>
                    <a:t>Déplacement</a:t>
                  </a:r>
                  <a:r>
                    <a:rPr lang="en-US" sz="1200" dirty="0">
                      <a:solidFill>
                        <a:srgbClr val="223A6D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fr-FR" sz="1200" i="1">
                          <a:solidFill>
                            <a:srgbClr val="223A6D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223A6D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endParaRPr lang="fr-FR" sz="1200" dirty="0">
                    <a:solidFill>
                      <a:srgbClr val="223A6D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45">
                  <a:extLst>
                    <a:ext uri="{FF2B5EF4-FFF2-40B4-BE49-F238E27FC236}">
                      <a16:creationId xmlns:a16="http://schemas.microsoft.com/office/drawing/2014/main" id="{82B17246-38C8-ACB0-5DAA-74888B4A6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46" y="5286850"/>
                  <a:ext cx="2090893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929AB43-28A2-DF9D-8401-FF1B790D582D}"/>
                </a:ext>
              </a:extLst>
            </p:cNvPr>
            <p:cNvGrpSpPr/>
            <p:nvPr/>
          </p:nvGrpSpPr>
          <p:grpSpPr>
            <a:xfrm>
              <a:off x="187600" y="4422883"/>
              <a:ext cx="2003583" cy="708483"/>
              <a:chOff x="2432401" y="2979829"/>
              <a:chExt cx="2003583" cy="708483"/>
            </a:xfrm>
          </p:grpSpPr>
          <p:pic>
            <p:nvPicPr>
              <p:cNvPr id="26" name="Image 25">
                <a:extLst>
                  <a:ext uri="{FF2B5EF4-FFF2-40B4-BE49-F238E27FC236}">
                    <a16:creationId xmlns:a16="http://schemas.microsoft.com/office/drawing/2014/main" id="{5EFDE224-D571-89B9-9746-92C49CF7B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</a:blip>
              <a:stretch>
                <a:fillRect/>
              </a:stretch>
            </p:blipFill>
            <p:spPr>
              <a:xfrm>
                <a:off x="2432401" y="2979829"/>
                <a:ext cx="2003583" cy="708483"/>
              </a:xfrm>
              <a:prstGeom prst="rect">
                <a:avLst/>
              </a:prstGeom>
            </p:spPr>
          </p:pic>
          <p:sp>
            <p:nvSpPr>
              <p:cNvPr id="28" name="TextBox 45">
                <a:extLst>
                  <a:ext uri="{FF2B5EF4-FFF2-40B4-BE49-F238E27FC236}">
                    <a16:creationId xmlns:a16="http://schemas.microsoft.com/office/drawing/2014/main" id="{64CC608F-1CB7-99F2-81A6-C9053C0AC434}"/>
                  </a:ext>
                </a:extLst>
              </p:cNvPr>
              <p:cNvSpPr txBox="1"/>
              <p:nvPr/>
            </p:nvSpPr>
            <p:spPr>
              <a:xfrm>
                <a:off x="2955022" y="3327500"/>
                <a:ext cx="53622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noProof="0" dirty="0"/>
                  <a:t>Stable Conditions</a:t>
                </a:r>
                <a:endParaRPr lang="en-US" sz="500" noProof="0" dirty="0">
                  <a:effectLst/>
                </a:endParaRPr>
              </a:p>
            </p:txBody>
          </p:sp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BE19FBA6-0EC3-13E4-E291-4C81C4017EBE}"/>
                  </a:ext>
                </a:extLst>
              </p:cNvPr>
              <p:cNvSpPr txBox="1"/>
              <p:nvPr/>
            </p:nvSpPr>
            <p:spPr>
              <a:xfrm>
                <a:off x="3508630" y="3327500"/>
                <a:ext cx="70776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dirty="0" err="1"/>
                  <a:t>Uns</a:t>
                </a:r>
                <a:r>
                  <a:rPr lang="en-US" sz="500" noProof="0" dirty="0"/>
                  <a:t>table Conditions</a:t>
                </a:r>
                <a:endParaRPr lang="en-US" sz="500" noProof="0" dirty="0">
                  <a:effectLst/>
                </a:endParaRPr>
              </a:p>
            </p:txBody>
          </p:sp>
        </p:grpSp>
        <p:sp>
          <p:nvSpPr>
            <p:cNvPr id="24" name="Flèche : bas 23">
              <a:extLst>
                <a:ext uri="{FF2B5EF4-FFF2-40B4-BE49-F238E27FC236}">
                  <a16:creationId xmlns:a16="http://schemas.microsoft.com/office/drawing/2014/main" id="{4E57C458-6C60-6A72-F351-9920936C7193}"/>
                </a:ext>
              </a:extLst>
            </p:cNvPr>
            <p:cNvSpPr/>
            <p:nvPr/>
          </p:nvSpPr>
          <p:spPr>
            <a:xfrm>
              <a:off x="1055521" y="3898398"/>
              <a:ext cx="241254" cy="353642"/>
            </a:xfrm>
            <a:prstGeom prst="downArrow">
              <a:avLst/>
            </a:prstGeom>
            <a:solidFill>
              <a:srgbClr val="447C84"/>
            </a:solidFill>
            <a:ln>
              <a:solidFill>
                <a:srgbClr val="223A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0611CDB1-26AE-2650-8FF9-1D0EC81C9736}"/>
              </a:ext>
            </a:extLst>
          </p:cNvPr>
          <p:cNvGrpSpPr/>
          <p:nvPr/>
        </p:nvGrpSpPr>
        <p:grpSpPr>
          <a:xfrm>
            <a:off x="5782577" y="1821823"/>
            <a:ext cx="2182240" cy="3870953"/>
            <a:chOff x="4639577" y="1832680"/>
            <a:chExt cx="2182240" cy="3870953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5F595B9A-F63E-EF7A-A9C9-834B1A6FE7E9}"/>
                </a:ext>
              </a:extLst>
            </p:cNvPr>
            <p:cNvSpPr/>
            <p:nvPr/>
          </p:nvSpPr>
          <p:spPr>
            <a:xfrm>
              <a:off x="4723310" y="1918876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rgbClr val="FEF5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A42710CB-E51F-F0F4-C8C1-9B7FC178BA75}"/>
                </a:ext>
              </a:extLst>
            </p:cNvPr>
            <p:cNvGrpSpPr/>
            <p:nvPr/>
          </p:nvGrpSpPr>
          <p:grpSpPr>
            <a:xfrm>
              <a:off x="4782152" y="4850433"/>
              <a:ext cx="1919710" cy="793171"/>
              <a:chOff x="2516274" y="5111153"/>
              <a:chExt cx="1919710" cy="793171"/>
            </a:xfrm>
          </p:grpSpPr>
          <p:grpSp>
            <p:nvGrpSpPr>
              <p:cNvPr id="51" name="Groupe 50">
                <a:extLst>
                  <a:ext uri="{FF2B5EF4-FFF2-40B4-BE49-F238E27FC236}">
                    <a16:creationId xmlns:a16="http://schemas.microsoft.com/office/drawing/2014/main" id="{544A056B-53AF-D3F5-E4FB-397E88E9B8CA}"/>
                  </a:ext>
                </a:extLst>
              </p:cNvPr>
              <p:cNvGrpSpPr/>
              <p:nvPr/>
            </p:nvGrpSpPr>
            <p:grpSpPr>
              <a:xfrm>
                <a:off x="2516274" y="5111153"/>
                <a:ext cx="1919710" cy="793171"/>
                <a:chOff x="2525971" y="4175877"/>
                <a:chExt cx="1919710" cy="793171"/>
              </a:xfrm>
            </p:grpSpPr>
            <p:pic>
              <p:nvPicPr>
                <p:cNvPr id="61" name="Image 60">
                  <a:extLst>
                    <a:ext uri="{FF2B5EF4-FFF2-40B4-BE49-F238E27FC236}">
                      <a16:creationId xmlns:a16="http://schemas.microsoft.com/office/drawing/2014/main" id="{D3B7D86F-474E-7BD0-38FE-1C23FBC6CA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alphaModFix/>
                </a:blip>
                <a:srcRect l="5522" t="16698" r="-235"/>
                <a:stretch>
                  <a:fillRect/>
                </a:stretch>
              </p:blipFill>
              <p:spPr>
                <a:xfrm>
                  <a:off x="2525971" y="4372967"/>
                  <a:ext cx="1919710" cy="596081"/>
                </a:xfrm>
                <a:prstGeom prst="rect">
                  <a:avLst/>
                </a:prstGeom>
              </p:spPr>
            </p:pic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E6D9B0A7-1594-1D42-1383-00A8B5E7CCF2}"/>
                    </a:ext>
                  </a:extLst>
                </p:cNvPr>
                <p:cNvSpPr txBox="1"/>
                <p:nvPr/>
              </p:nvSpPr>
              <p:spPr>
                <a:xfrm>
                  <a:off x="3306931" y="4175877"/>
                  <a:ext cx="35779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000" dirty="0"/>
                    <a:t>𝐼(𝑡)</a:t>
                  </a:r>
                </a:p>
              </p:txBody>
            </p:sp>
          </p:grpSp>
          <p:sp>
            <p:nvSpPr>
              <p:cNvPr id="56" name="TextBox 45">
                <a:extLst>
                  <a:ext uri="{FF2B5EF4-FFF2-40B4-BE49-F238E27FC236}">
                    <a16:creationId xmlns:a16="http://schemas.microsoft.com/office/drawing/2014/main" id="{07DEA8EF-BDAC-0EE3-4833-E53FE7A0C7A3}"/>
                  </a:ext>
                </a:extLst>
              </p:cNvPr>
              <p:cNvSpPr txBox="1"/>
              <p:nvPr/>
            </p:nvSpPr>
            <p:spPr>
              <a:xfrm>
                <a:off x="2955022" y="5404075"/>
                <a:ext cx="53622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noProof="0" dirty="0"/>
                  <a:t>Stable Conditions</a:t>
                </a:r>
                <a:endParaRPr lang="en-US" sz="500" noProof="0" dirty="0">
                  <a:effectLst/>
                </a:endParaRPr>
              </a:p>
            </p:txBody>
          </p:sp>
          <p:sp>
            <p:nvSpPr>
              <p:cNvPr id="60" name="TextBox 45">
                <a:extLst>
                  <a:ext uri="{FF2B5EF4-FFF2-40B4-BE49-F238E27FC236}">
                    <a16:creationId xmlns:a16="http://schemas.microsoft.com/office/drawing/2014/main" id="{410521F7-7B6B-90A7-3E8D-D577D9EFE9B3}"/>
                  </a:ext>
                </a:extLst>
              </p:cNvPr>
              <p:cNvSpPr txBox="1"/>
              <p:nvPr/>
            </p:nvSpPr>
            <p:spPr>
              <a:xfrm>
                <a:off x="3508630" y="5404075"/>
                <a:ext cx="70776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dirty="0" err="1"/>
                  <a:t>Uns</a:t>
                </a:r>
                <a:r>
                  <a:rPr lang="en-US" sz="500" noProof="0" dirty="0"/>
                  <a:t>table Conditions</a:t>
                </a:r>
                <a:endParaRPr lang="en-US" sz="500" noProof="0" dirty="0">
                  <a:effectLst/>
                </a:endParaRPr>
              </a:p>
            </p:txBody>
          </p:sp>
        </p:grp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2D9680C6-B0D8-C04F-11DA-01A38BEA1447}"/>
                </a:ext>
              </a:extLst>
            </p:cNvPr>
            <p:cNvSpPr/>
            <p:nvPr/>
          </p:nvSpPr>
          <p:spPr>
            <a:xfrm>
              <a:off x="4647860" y="1832680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3" name="TextBox 45">
              <a:extLst>
                <a:ext uri="{FF2B5EF4-FFF2-40B4-BE49-F238E27FC236}">
                  <a16:creationId xmlns:a16="http://schemas.microsoft.com/office/drawing/2014/main" id="{3C232F79-FB5F-6A20-120B-100DD422A1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732477" y="1929610"/>
              <a:ext cx="19327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solidFill>
                    <a:srgbClr val="223A6D"/>
                  </a:solidFill>
                </a:rPr>
                <a:t>Détermination du seuil</a:t>
              </a:r>
            </a:p>
          </p:txBody>
        </p:sp>
        <p:sp>
          <p:nvSpPr>
            <p:cNvPr id="44" name="TextBox 45">
              <a:extLst>
                <a:ext uri="{FF2B5EF4-FFF2-40B4-BE49-F238E27FC236}">
                  <a16:creationId xmlns:a16="http://schemas.microsoft.com/office/drawing/2014/main" id="{FE41DE51-9448-1573-46F4-11F24027732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39577" y="2757857"/>
              <a:ext cx="20908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dirty="0">
                  <a:solidFill>
                    <a:srgbClr val="223A6D"/>
                  </a:solidFill>
                </a:rPr>
                <a:t>Classification  selon une règle propre à chaque méthode</a:t>
              </a:r>
            </a:p>
          </p:txBody>
        </p:sp>
        <p:pic>
          <p:nvPicPr>
            <p:cNvPr id="45" name="Graphique 44">
              <a:extLst>
                <a:ext uri="{FF2B5EF4-FFF2-40B4-BE49-F238E27FC236}">
                  <a16:creationId xmlns:a16="http://schemas.microsoft.com/office/drawing/2014/main" id="{03783497-0937-32A7-B0F7-C9808B957C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668423" y="3501118"/>
              <a:ext cx="2051188" cy="1408076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C9A14DC6-3D79-BBF7-5E30-759D27F14AAD}"/>
                </a:ext>
              </a:extLst>
            </p:cNvPr>
            <p:cNvSpPr txBox="1"/>
            <p:nvPr/>
          </p:nvSpPr>
          <p:spPr>
            <a:xfrm>
              <a:off x="5633688" y="3693996"/>
              <a:ext cx="3577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/>
                <a:t>𝐼(𝑡)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FD43C900-5BB8-D079-90E3-D0C94BA6F7D9}"/>
              </a:ext>
            </a:extLst>
          </p:cNvPr>
          <p:cNvGrpSpPr/>
          <p:nvPr/>
        </p:nvGrpSpPr>
        <p:grpSpPr>
          <a:xfrm>
            <a:off x="8044545" y="1821823"/>
            <a:ext cx="2240822" cy="3863793"/>
            <a:chOff x="6901545" y="1832680"/>
            <a:chExt cx="2240822" cy="3863793"/>
          </a:xfrm>
        </p:grpSpPr>
        <p:sp>
          <p:nvSpPr>
            <p:cNvPr id="1024" name="Rectangle : coins arrondis 1023">
              <a:extLst>
                <a:ext uri="{FF2B5EF4-FFF2-40B4-BE49-F238E27FC236}">
                  <a16:creationId xmlns:a16="http://schemas.microsoft.com/office/drawing/2014/main" id="{0B38F436-8A94-36AB-1A8C-0CC10F04F511}"/>
                </a:ext>
              </a:extLst>
            </p:cNvPr>
            <p:cNvSpPr/>
            <p:nvPr/>
          </p:nvSpPr>
          <p:spPr>
            <a:xfrm>
              <a:off x="6987891" y="1911716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rgbClr val="F8E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25" name="Rectangle : coins arrondis 1024">
              <a:extLst>
                <a:ext uri="{FF2B5EF4-FFF2-40B4-BE49-F238E27FC236}">
                  <a16:creationId xmlns:a16="http://schemas.microsoft.com/office/drawing/2014/main" id="{C77D0E68-231A-A7E3-AD87-F5104B22F7E7}"/>
                </a:ext>
              </a:extLst>
            </p:cNvPr>
            <p:cNvSpPr/>
            <p:nvPr/>
          </p:nvSpPr>
          <p:spPr>
            <a:xfrm>
              <a:off x="6901545" y="1832680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27" name="TextBox 45">
              <a:extLst>
                <a:ext uri="{FF2B5EF4-FFF2-40B4-BE49-F238E27FC236}">
                  <a16:creationId xmlns:a16="http://schemas.microsoft.com/office/drawing/2014/main" id="{1433C0F5-F1E2-DE27-E494-6330576C20F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984431" y="1929609"/>
              <a:ext cx="19327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solidFill>
                    <a:srgbClr val="223A6D"/>
                  </a:solidFill>
                </a:rPr>
                <a:t>Temps de détection</a:t>
              </a:r>
            </a:p>
          </p:txBody>
        </p:sp>
        <p:sp>
          <p:nvSpPr>
            <p:cNvPr id="1028" name="TextBox 45">
              <a:extLst>
                <a:ext uri="{FF2B5EF4-FFF2-40B4-BE49-F238E27FC236}">
                  <a16:creationId xmlns:a16="http://schemas.microsoft.com/office/drawing/2014/main" id="{22B073C9-C293-E843-72A0-4F776704BEB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909157" y="2679220"/>
              <a:ext cx="20908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dirty="0">
                  <a:solidFill>
                    <a:srgbClr val="223A6D"/>
                  </a:solidFill>
                </a:rPr>
                <a:t>Instant de détection utilisé pour la comparaison</a:t>
              </a:r>
            </a:p>
          </p:txBody>
        </p:sp>
        <p:sp>
          <p:nvSpPr>
            <p:cNvPr id="1029" name="Flèche : bas 1028">
              <a:extLst>
                <a:ext uri="{FF2B5EF4-FFF2-40B4-BE49-F238E27FC236}">
                  <a16:creationId xmlns:a16="http://schemas.microsoft.com/office/drawing/2014/main" id="{ECCE5429-0F8B-040A-B3BC-279F54C844F1}"/>
                </a:ext>
              </a:extLst>
            </p:cNvPr>
            <p:cNvSpPr/>
            <p:nvPr/>
          </p:nvSpPr>
          <p:spPr>
            <a:xfrm>
              <a:off x="7821891" y="4147441"/>
              <a:ext cx="241254" cy="353642"/>
            </a:xfrm>
            <a:prstGeom prst="downArrow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1" name="TextBox 45">
              <a:extLst>
                <a:ext uri="{FF2B5EF4-FFF2-40B4-BE49-F238E27FC236}">
                  <a16:creationId xmlns:a16="http://schemas.microsoft.com/office/drawing/2014/main" id="{1ACEB3EF-B035-6C71-D310-602C662C4D3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012113" y="4619600"/>
              <a:ext cx="1877365" cy="461665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450"/>
                </a:spcBef>
              </a:pPr>
              <a:r>
                <a:rPr lang="fr-FR" sz="1200" dirty="0"/>
                <a:t>Evaluation à l’aide de </a:t>
              </a:r>
              <a:r>
                <a:rPr lang="fr-FR" sz="1200" b="1" dirty="0"/>
                <a:t>métriques communes</a:t>
              </a:r>
              <a:endParaRPr lang="fr-FR" sz="1200" dirty="0"/>
            </a:p>
          </p:txBody>
        </p:sp>
        <p:pic>
          <p:nvPicPr>
            <p:cNvPr id="1032" name="Graphique 1031">
              <a:extLst>
                <a:ext uri="{FF2B5EF4-FFF2-40B4-BE49-F238E27FC236}">
                  <a16:creationId xmlns:a16="http://schemas.microsoft.com/office/drawing/2014/main" id="{F8FF80D1-BB57-1B19-6891-1452AEBD27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992755" y="3208161"/>
              <a:ext cx="2149612" cy="913341"/>
            </a:xfrm>
            <a:prstGeom prst="rect">
              <a:avLst/>
            </a:prstGeom>
          </p:spPr>
        </p:pic>
        <p:sp>
          <p:nvSpPr>
            <p:cNvPr id="1037" name="ZoneTexte 1036">
              <a:extLst>
                <a:ext uri="{FF2B5EF4-FFF2-40B4-BE49-F238E27FC236}">
                  <a16:creationId xmlns:a16="http://schemas.microsoft.com/office/drawing/2014/main" id="{C02C0C8E-385B-CF6B-3BD0-59135C062AA9}"/>
                </a:ext>
              </a:extLst>
            </p:cNvPr>
            <p:cNvSpPr txBox="1"/>
            <p:nvPr/>
          </p:nvSpPr>
          <p:spPr>
            <a:xfrm>
              <a:off x="7909698" y="3336619"/>
              <a:ext cx="3577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/>
                <a:t>𝐼(𝑡)</a:t>
              </a:r>
            </a:p>
          </p:txBody>
        </p:sp>
      </p:grpSp>
      <p:grpSp>
        <p:nvGrpSpPr>
          <p:cNvPr id="1039" name="Groupe 1038">
            <a:extLst>
              <a:ext uri="{FF2B5EF4-FFF2-40B4-BE49-F238E27FC236}">
                <a16:creationId xmlns:a16="http://schemas.microsoft.com/office/drawing/2014/main" id="{BFBCCC28-3A89-5253-74F2-E6AF954C8F78}"/>
              </a:ext>
            </a:extLst>
          </p:cNvPr>
          <p:cNvGrpSpPr/>
          <p:nvPr/>
        </p:nvGrpSpPr>
        <p:grpSpPr>
          <a:xfrm>
            <a:off x="3540635" y="1831730"/>
            <a:ext cx="2175928" cy="3861046"/>
            <a:chOff x="2397635" y="1842587"/>
            <a:chExt cx="2175928" cy="3861046"/>
          </a:xfrm>
        </p:grpSpPr>
        <p:sp>
          <p:nvSpPr>
            <p:cNvPr id="1040" name="Rectangle : coins arrondis 1039">
              <a:extLst>
                <a:ext uri="{FF2B5EF4-FFF2-40B4-BE49-F238E27FC236}">
                  <a16:creationId xmlns:a16="http://schemas.microsoft.com/office/drawing/2014/main" id="{BD329B90-8A68-452E-3481-CF0315E9DC22}"/>
                </a:ext>
              </a:extLst>
            </p:cNvPr>
            <p:cNvSpPr/>
            <p:nvPr/>
          </p:nvSpPr>
          <p:spPr>
            <a:xfrm>
              <a:off x="2475056" y="1918876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rgbClr val="F0FA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1" name="Rectangle : coins arrondis 1040">
              <a:extLst>
                <a:ext uri="{FF2B5EF4-FFF2-40B4-BE49-F238E27FC236}">
                  <a16:creationId xmlns:a16="http://schemas.microsoft.com/office/drawing/2014/main" id="{ADDEA35B-B04C-C4F1-E689-10D75BDBD06D}"/>
                </a:ext>
              </a:extLst>
            </p:cNvPr>
            <p:cNvSpPr/>
            <p:nvPr/>
          </p:nvSpPr>
          <p:spPr>
            <a:xfrm>
              <a:off x="2397635" y="1842587"/>
              <a:ext cx="2098507" cy="3784757"/>
            </a:xfrm>
            <a:prstGeom prst="roundRect">
              <a:avLst>
                <a:gd name="adj" fmla="val 860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42" name="TextBox 45">
              <a:extLst>
                <a:ext uri="{FF2B5EF4-FFF2-40B4-BE49-F238E27FC236}">
                  <a16:creationId xmlns:a16="http://schemas.microsoft.com/office/drawing/2014/main" id="{8F4963EE-5A0F-9FA6-60F6-3E419256A99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08204" y="3658313"/>
              <a:ext cx="1877365" cy="461665"/>
            </a:xfrm>
            <a:prstGeom prst="rect">
              <a:avLst/>
            </a:prstGeom>
            <a:noFill/>
            <a:ln w="12700">
              <a:solidFill>
                <a:schemeClr val="accent6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fr-FR" sz="1200" dirty="0">
                  <a:solidFill>
                    <a:srgbClr val="223A6D"/>
                  </a:solidFill>
                </a:rPr>
                <a:t>Extraction d’informations à partir du signal</a:t>
              </a:r>
            </a:p>
          </p:txBody>
        </p:sp>
        <p:sp>
          <p:nvSpPr>
            <p:cNvPr id="1043" name="TextBox 45">
              <a:extLst>
                <a:ext uri="{FF2B5EF4-FFF2-40B4-BE49-F238E27FC236}">
                  <a16:creationId xmlns:a16="http://schemas.microsoft.com/office/drawing/2014/main" id="{63FFEDFD-71ED-401E-29CC-85838EDFDB2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409723" y="4487313"/>
              <a:ext cx="20908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dirty="0">
                  <a:solidFill>
                    <a:srgbClr val="223A6D"/>
                  </a:solidFill>
                </a:rPr>
                <a:t>Construction d’une grandeur </a:t>
              </a:r>
              <a:r>
                <a:rPr lang="fr-FR" sz="1200" b="1" dirty="0">
                  <a:solidFill>
                    <a:srgbClr val="223A6D"/>
                  </a:solidFill>
                </a:rPr>
                <a:t>𝐼(𝑡)  </a:t>
              </a:r>
              <a:r>
                <a:rPr lang="fr-FR" sz="1200" dirty="0">
                  <a:solidFill>
                    <a:srgbClr val="223A6D"/>
                  </a:solidFill>
                </a:rPr>
                <a:t>caractérisant le système</a:t>
              </a:r>
            </a:p>
          </p:txBody>
        </p:sp>
        <p:grpSp>
          <p:nvGrpSpPr>
            <p:cNvPr id="1044" name="Groupe 1043">
              <a:extLst>
                <a:ext uri="{FF2B5EF4-FFF2-40B4-BE49-F238E27FC236}">
                  <a16:creationId xmlns:a16="http://schemas.microsoft.com/office/drawing/2014/main" id="{F022BB5F-8BCB-370F-DCD9-8351FA91BEF7}"/>
                </a:ext>
              </a:extLst>
            </p:cNvPr>
            <p:cNvGrpSpPr/>
            <p:nvPr/>
          </p:nvGrpSpPr>
          <p:grpSpPr>
            <a:xfrm>
              <a:off x="2432399" y="2549974"/>
              <a:ext cx="2003583" cy="708483"/>
              <a:chOff x="2432401" y="2979829"/>
              <a:chExt cx="2003583" cy="708483"/>
            </a:xfrm>
          </p:grpSpPr>
          <p:pic>
            <p:nvPicPr>
              <p:cNvPr id="1054" name="Image 1053">
                <a:extLst>
                  <a:ext uri="{FF2B5EF4-FFF2-40B4-BE49-F238E27FC236}">
                    <a16:creationId xmlns:a16="http://schemas.microsoft.com/office/drawing/2014/main" id="{1B4E617B-CC6C-A2EA-BCF8-61CDA53645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alphaModFix/>
              </a:blip>
              <a:stretch>
                <a:fillRect/>
              </a:stretch>
            </p:blipFill>
            <p:spPr>
              <a:xfrm>
                <a:off x="2432401" y="2979829"/>
                <a:ext cx="2003583" cy="708483"/>
              </a:xfrm>
              <a:prstGeom prst="rect">
                <a:avLst/>
              </a:prstGeom>
            </p:spPr>
          </p:pic>
          <p:sp>
            <p:nvSpPr>
              <p:cNvPr id="1055" name="TextBox 45">
                <a:extLst>
                  <a:ext uri="{FF2B5EF4-FFF2-40B4-BE49-F238E27FC236}">
                    <a16:creationId xmlns:a16="http://schemas.microsoft.com/office/drawing/2014/main" id="{A5136A05-2ED1-C8B7-2C31-8FDD8F474C82}"/>
                  </a:ext>
                </a:extLst>
              </p:cNvPr>
              <p:cNvSpPr txBox="1"/>
              <p:nvPr/>
            </p:nvSpPr>
            <p:spPr>
              <a:xfrm>
                <a:off x="2955022" y="3327500"/>
                <a:ext cx="53622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noProof="0" dirty="0"/>
                  <a:t>Stable Conditions</a:t>
                </a:r>
                <a:endParaRPr lang="en-US" sz="500" noProof="0" dirty="0">
                  <a:effectLst/>
                </a:endParaRPr>
              </a:p>
            </p:txBody>
          </p:sp>
          <p:sp>
            <p:nvSpPr>
              <p:cNvPr id="1056" name="TextBox 45">
                <a:extLst>
                  <a:ext uri="{FF2B5EF4-FFF2-40B4-BE49-F238E27FC236}">
                    <a16:creationId xmlns:a16="http://schemas.microsoft.com/office/drawing/2014/main" id="{7E18F532-3E83-03FA-E5DA-9E196FCE423E}"/>
                  </a:ext>
                </a:extLst>
              </p:cNvPr>
              <p:cNvSpPr txBox="1"/>
              <p:nvPr/>
            </p:nvSpPr>
            <p:spPr>
              <a:xfrm>
                <a:off x="3508630" y="3327500"/>
                <a:ext cx="70776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dirty="0" err="1"/>
                  <a:t>Uns</a:t>
                </a:r>
                <a:r>
                  <a:rPr lang="en-US" sz="500" noProof="0" dirty="0"/>
                  <a:t>table Conditions</a:t>
                </a:r>
                <a:endParaRPr lang="en-US" sz="500" noProof="0" dirty="0">
                  <a:effectLst/>
                </a:endParaRPr>
              </a:p>
            </p:txBody>
          </p:sp>
        </p:grpSp>
        <p:grpSp>
          <p:nvGrpSpPr>
            <p:cNvPr id="1045" name="Groupe 1044">
              <a:extLst>
                <a:ext uri="{FF2B5EF4-FFF2-40B4-BE49-F238E27FC236}">
                  <a16:creationId xmlns:a16="http://schemas.microsoft.com/office/drawing/2014/main" id="{39F408A2-4C45-9B9F-4170-C1AB3425D3D0}"/>
                </a:ext>
              </a:extLst>
            </p:cNvPr>
            <p:cNvGrpSpPr/>
            <p:nvPr/>
          </p:nvGrpSpPr>
          <p:grpSpPr>
            <a:xfrm>
              <a:off x="2509578" y="4850433"/>
              <a:ext cx="1919710" cy="793171"/>
              <a:chOff x="2516274" y="5111153"/>
              <a:chExt cx="1919710" cy="793171"/>
            </a:xfrm>
          </p:grpSpPr>
          <p:grpSp>
            <p:nvGrpSpPr>
              <p:cNvPr id="1049" name="Groupe 1048">
                <a:extLst>
                  <a:ext uri="{FF2B5EF4-FFF2-40B4-BE49-F238E27FC236}">
                    <a16:creationId xmlns:a16="http://schemas.microsoft.com/office/drawing/2014/main" id="{B194CE3D-8AB2-EE8C-9555-E5A4E104EA0C}"/>
                  </a:ext>
                </a:extLst>
              </p:cNvPr>
              <p:cNvGrpSpPr/>
              <p:nvPr/>
            </p:nvGrpSpPr>
            <p:grpSpPr>
              <a:xfrm>
                <a:off x="2516274" y="5111153"/>
                <a:ext cx="1919710" cy="793171"/>
                <a:chOff x="2525971" y="4175877"/>
                <a:chExt cx="1919710" cy="793171"/>
              </a:xfrm>
            </p:grpSpPr>
            <p:pic>
              <p:nvPicPr>
                <p:cNvPr id="1052" name="Image 1051">
                  <a:extLst>
                    <a:ext uri="{FF2B5EF4-FFF2-40B4-BE49-F238E27FC236}">
                      <a16:creationId xmlns:a16="http://schemas.microsoft.com/office/drawing/2014/main" id="{2EEDC8F7-E566-53D6-606A-2706387886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alphaModFix/>
                </a:blip>
                <a:srcRect l="5522" t="16698" r="-235"/>
                <a:stretch>
                  <a:fillRect/>
                </a:stretch>
              </p:blipFill>
              <p:spPr>
                <a:xfrm>
                  <a:off x="2525971" y="4372967"/>
                  <a:ext cx="1919710" cy="596081"/>
                </a:xfrm>
                <a:prstGeom prst="rect">
                  <a:avLst/>
                </a:prstGeom>
              </p:spPr>
            </p:pic>
            <p:sp>
              <p:nvSpPr>
                <p:cNvPr id="1053" name="ZoneTexte 1052">
                  <a:extLst>
                    <a:ext uri="{FF2B5EF4-FFF2-40B4-BE49-F238E27FC236}">
                      <a16:creationId xmlns:a16="http://schemas.microsoft.com/office/drawing/2014/main" id="{45CBCB60-A255-F504-E01F-BE7E4EFAB7DB}"/>
                    </a:ext>
                  </a:extLst>
                </p:cNvPr>
                <p:cNvSpPr txBox="1"/>
                <p:nvPr/>
              </p:nvSpPr>
              <p:spPr>
                <a:xfrm>
                  <a:off x="3306931" y="4175877"/>
                  <a:ext cx="35779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000" dirty="0"/>
                    <a:t>𝐼(𝑡)</a:t>
                  </a:r>
                </a:p>
              </p:txBody>
            </p:sp>
          </p:grpSp>
          <p:sp>
            <p:nvSpPr>
              <p:cNvPr id="1050" name="TextBox 45">
                <a:extLst>
                  <a:ext uri="{FF2B5EF4-FFF2-40B4-BE49-F238E27FC236}">
                    <a16:creationId xmlns:a16="http://schemas.microsoft.com/office/drawing/2014/main" id="{CE741917-050C-C1DD-5636-891D182CF7D2}"/>
                  </a:ext>
                </a:extLst>
              </p:cNvPr>
              <p:cNvSpPr txBox="1"/>
              <p:nvPr/>
            </p:nvSpPr>
            <p:spPr>
              <a:xfrm>
                <a:off x="2955022" y="5404075"/>
                <a:ext cx="53622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noProof="0" dirty="0"/>
                  <a:t>Stable Conditions</a:t>
                </a:r>
                <a:endParaRPr lang="en-US" sz="500" noProof="0" dirty="0">
                  <a:effectLst/>
                </a:endParaRPr>
              </a:p>
            </p:txBody>
          </p:sp>
          <p:sp>
            <p:nvSpPr>
              <p:cNvPr id="1051" name="TextBox 45">
                <a:extLst>
                  <a:ext uri="{FF2B5EF4-FFF2-40B4-BE49-F238E27FC236}">
                    <a16:creationId xmlns:a16="http://schemas.microsoft.com/office/drawing/2014/main" id="{9BC002AD-17C6-80AB-BD52-77E73751EAB3}"/>
                  </a:ext>
                </a:extLst>
              </p:cNvPr>
              <p:cNvSpPr txBox="1"/>
              <p:nvPr/>
            </p:nvSpPr>
            <p:spPr>
              <a:xfrm>
                <a:off x="3508630" y="5404075"/>
                <a:ext cx="70776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00" dirty="0" err="1"/>
                  <a:t>Uns</a:t>
                </a:r>
                <a:r>
                  <a:rPr lang="en-US" sz="500" noProof="0" dirty="0"/>
                  <a:t>table Conditions</a:t>
                </a:r>
                <a:endParaRPr lang="en-US" sz="500" noProof="0" dirty="0">
                  <a:effectLst/>
                </a:endParaRPr>
              </a:p>
            </p:txBody>
          </p:sp>
        </p:grpSp>
        <p:sp>
          <p:nvSpPr>
            <p:cNvPr id="1046" name="Flèche : bas 1045">
              <a:extLst>
                <a:ext uri="{FF2B5EF4-FFF2-40B4-BE49-F238E27FC236}">
                  <a16:creationId xmlns:a16="http://schemas.microsoft.com/office/drawing/2014/main" id="{E2245480-782C-4EE8-B974-D4D4502D1AC3}"/>
                </a:ext>
              </a:extLst>
            </p:cNvPr>
            <p:cNvSpPr/>
            <p:nvPr/>
          </p:nvSpPr>
          <p:spPr>
            <a:xfrm>
              <a:off x="3313564" y="3243277"/>
              <a:ext cx="241254" cy="353642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47" name="Flèche : bas 1046">
              <a:extLst>
                <a:ext uri="{FF2B5EF4-FFF2-40B4-BE49-F238E27FC236}">
                  <a16:creationId xmlns:a16="http://schemas.microsoft.com/office/drawing/2014/main" id="{A795461C-BF8B-82D7-C068-A610364184BD}"/>
                </a:ext>
              </a:extLst>
            </p:cNvPr>
            <p:cNvSpPr/>
            <p:nvPr/>
          </p:nvSpPr>
          <p:spPr>
            <a:xfrm>
              <a:off x="3313563" y="4150641"/>
              <a:ext cx="241254" cy="353642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48" name="TextBox 45">
              <a:extLst>
                <a:ext uri="{FF2B5EF4-FFF2-40B4-BE49-F238E27FC236}">
                  <a16:creationId xmlns:a16="http://schemas.microsoft.com/office/drawing/2014/main" id="{A87731FC-DD7C-D6F1-0923-5BA332ECD19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480521" y="1929610"/>
              <a:ext cx="19327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>
                  <a:solidFill>
                    <a:srgbClr val="223A6D"/>
                  </a:solidFill>
                </a:rPr>
                <a:t>Traitement du signal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88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2786-5254-F509-481A-BF9E130D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AC725752-6116-91F6-7E97-0EA409DA226A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37F696BD-AF06-D2CD-0B07-D04C7555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6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98439FF-5415-24CA-518A-85B61230D5B1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B8B5253-47C8-13DF-E4F6-A305315AE35A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3B859479-ADCF-58D5-AA4F-D706B8A8E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B5E16210-DF9A-124D-9D71-8E66017A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1732299-5B6E-41C3-7B6B-9C3E0A4EA38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5D371526-73F2-DC17-8097-32372C033465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F62A54DD-70CA-677B-A01C-2D5D2A3537EF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0BC4AA2A-937B-9DA5-7DA1-BF1058D65FF0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F27E7DAD-76D6-620D-9315-66F3BBED88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A3755FC4-588B-80B5-C6A5-8797131138E2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E2671CEE-DB74-8AE1-3B57-27CEF46EC6D3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EFCAD9B7-5A3D-6D9D-C23F-B3090ACE50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F9837356-F09C-EA05-6356-4F89C3183373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44E3C0A1-B311-647D-995A-EEAD353EF263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60F3772B-C481-AFE5-EF72-DB2E450BA3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8E7973CF-8A17-C888-FDFE-78BDAD161C0C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2ED0BF95-2A96-EBC2-1933-206D846B828A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E84D1C07-743F-5769-FE73-B12FEE3803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7FD3B78C-FF9D-5800-7D73-370D974EC870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A29DBE82-0988-0460-3A69-37438D7D8421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63DC999A-D47D-09FE-5BBC-2405C3A4EE6B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CE310BD1-8E18-8B74-6B1F-BB7211846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ACC4E231-66F1-A91E-59E6-2C9B8FCA2857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9A98CE12-45AE-D465-3DA4-66D986031EAD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F9E970FE-B0C9-A000-B169-34604A6BA7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B8300D4F-C40A-62A5-8A0D-3CC4CC5179B2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130CF002-2461-21BA-9F1D-5E44A0D182B8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A6458BE8-5B24-5970-6B75-CA7D26373F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22B967CD-E2AD-E1DF-CF6E-64B1263743E5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E1ACCD82-111F-DFC9-BC85-AF94C26A9192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9750508B-080C-2A89-B4F0-0DB7503645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CECC27C0-2BDC-1660-6EC9-0B1B4F66BE38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65DF660B-EACA-AF20-A836-373CA41C90E5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5B4506FE-1916-010F-DB1A-C9A17D8930FB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Définitions du Temp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7EF102A8-59CA-9D89-3A15-C90BCE51F1F7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30">
            <a:extLst>
              <a:ext uri="{FF2B5EF4-FFF2-40B4-BE49-F238E27FC236}">
                <a16:creationId xmlns:a16="http://schemas.microsoft.com/office/drawing/2014/main" id="{D363D49B-10C2-6971-85B7-405C40743325}"/>
              </a:ext>
            </a:extLst>
          </p:cNvPr>
          <p:cNvSpPr txBox="1"/>
          <p:nvPr/>
        </p:nvSpPr>
        <p:spPr>
          <a:xfrm>
            <a:off x="4263866" y="1133633"/>
            <a:ext cx="3154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134E7B"/>
                </a:solidFill>
              </a:rPr>
              <a:t>Transition de  la frontière de stabilité</a:t>
            </a:r>
          </a:p>
        </p:txBody>
      </p:sp>
      <p:pic>
        <p:nvPicPr>
          <p:cNvPr id="5" name="Image0">
            <a:extLst>
              <a:ext uri="{FF2B5EF4-FFF2-40B4-BE49-F238E27FC236}">
                <a16:creationId xmlns:a16="http://schemas.microsoft.com/office/drawing/2014/main" id="{C65BEAD8-15BE-C2F5-C3F5-C67BE59CFF4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3" y="1533226"/>
            <a:ext cx="3430800" cy="2643313"/>
          </a:xfrm>
          <a:prstGeom prst="rect">
            <a:avLst/>
          </a:prstGeom>
        </p:spPr>
      </p:pic>
      <p:pic>
        <p:nvPicPr>
          <p:cNvPr id="1057" name="IMG1">
            <a:extLst>
              <a:ext uri="{FF2B5EF4-FFF2-40B4-BE49-F238E27FC236}">
                <a16:creationId xmlns:a16="http://schemas.microsoft.com/office/drawing/2014/main" id="{532C8657-456A-1675-9B68-D3653047FC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4" t="4609" b="10524"/>
          <a:stretch>
            <a:fillRect/>
          </a:stretch>
        </p:blipFill>
        <p:spPr>
          <a:xfrm>
            <a:off x="4345638" y="1655884"/>
            <a:ext cx="3007251" cy="2244012"/>
          </a:xfrm>
          <a:prstGeom prst="rect">
            <a:avLst/>
          </a:prstGeom>
        </p:spPr>
      </p:pic>
      <p:pic>
        <p:nvPicPr>
          <p:cNvPr id="1058" name="IMG2">
            <a:extLst>
              <a:ext uri="{FF2B5EF4-FFF2-40B4-BE49-F238E27FC236}">
                <a16:creationId xmlns:a16="http://schemas.microsoft.com/office/drawing/2014/main" id="{D8FB8ADE-A70D-96BD-F6FD-3BB40F39A1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5" t="4073" b="10491"/>
          <a:stretch>
            <a:fillRect/>
          </a:stretch>
        </p:blipFill>
        <p:spPr>
          <a:xfrm>
            <a:off x="4353028" y="1641559"/>
            <a:ext cx="3001083" cy="2258337"/>
          </a:xfrm>
          <a:prstGeom prst="rect">
            <a:avLst/>
          </a:prstGeom>
        </p:spPr>
      </p:pic>
      <p:pic>
        <p:nvPicPr>
          <p:cNvPr id="1059" name="IMG3">
            <a:extLst>
              <a:ext uri="{FF2B5EF4-FFF2-40B4-BE49-F238E27FC236}">
                <a16:creationId xmlns:a16="http://schemas.microsoft.com/office/drawing/2014/main" id="{8B92E096-8182-6F3A-0CCD-54108D5F5E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3" t="4472" b="10491"/>
          <a:stretch>
            <a:fillRect/>
          </a:stretch>
        </p:blipFill>
        <p:spPr>
          <a:xfrm>
            <a:off x="4344263" y="1652079"/>
            <a:ext cx="3008021" cy="2247818"/>
          </a:xfrm>
          <a:prstGeom prst="rect">
            <a:avLst/>
          </a:prstGeom>
        </p:spPr>
      </p:pic>
      <p:pic>
        <p:nvPicPr>
          <p:cNvPr id="1060" name="IMG4">
            <a:extLst>
              <a:ext uri="{FF2B5EF4-FFF2-40B4-BE49-F238E27FC236}">
                <a16:creationId xmlns:a16="http://schemas.microsoft.com/office/drawing/2014/main" id="{8166F69B-E996-E7D8-35EA-D64FB7A579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6" b="10265"/>
          <a:stretch>
            <a:fillRect/>
          </a:stretch>
        </p:blipFill>
        <p:spPr>
          <a:xfrm>
            <a:off x="4349385" y="1383812"/>
            <a:ext cx="3002790" cy="2505397"/>
          </a:xfrm>
          <a:prstGeom prst="rect">
            <a:avLst/>
          </a:prstGeom>
        </p:spPr>
      </p:pic>
      <p:pic>
        <p:nvPicPr>
          <p:cNvPr id="1061" name="Image0_fondo">
            <a:extLst>
              <a:ext uri="{FF2B5EF4-FFF2-40B4-BE49-F238E27FC236}">
                <a16:creationId xmlns:a16="http://schemas.microsoft.com/office/drawing/2014/main" id="{08094469-EB25-85E7-F960-988B4B070385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635" y="1532518"/>
            <a:ext cx="3430800" cy="2643313"/>
          </a:xfrm>
          <a:prstGeom prst="rect">
            <a:avLst/>
          </a:prstGeom>
        </p:spPr>
      </p:pic>
      <p:pic>
        <p:nvPicPr>
          <p:cNvPr id="1062" name="Image 1061">
            <a:extLst>
              <a:ext uri="{FF2B5EF4-FFF2-40B4-BE49-F238E27FC236}">
                <a16:creationId xmlns:a16="http://schemas.microsoft.com/office/drawing/2014/main" id="{ADD2A652-C48E-3229-9ED1-8263D5BA43DF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1854" y="1430679"/>
            <a:ext cx="2722838" cy="1665323"/>
          </a:xfrm>
          <a:prstGeom prst="rect">
            <a:avLst/>
          </a:prstGeom>
        </p:spPr>
      </p:pic>
      <p:pic>
        <p:nvPicPr>
          <p:cNvPr id="1063" name="Image 1062">
            <a:extLst>
              <a:ext uri="{FF2B5EF4-FFF2-40B4-BE49-F238E27FC236}">
                <a16:creationId xmlns:a16="http://schemas.microsoft.com/office/drawing/2014/main" id="{AB078535-22D9-FC6C-59B9-A413084C8754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1854" y="3268478"/>
            <a:ext cx="2757337" cy="818623"/>
          </a:xfrm>
          <a:prstGeom prst="rect">
            <a:avLst/>
          </a:prstGeom>
        </p:spPr>
      </p:pic>
      <p:pic>
        <p:nvPicPr>
          <p:cNvPr id="1064" name="Image 1063">
            <a:extLst>
              <a:ext uri="{FF2B5EF4-FFF2-40B4-BE49-F238E27FC236}">
                <a16:creationId xmlns:a16="http://schemas.microsoft.com/office/drawing/2014/main" id="{AFD5E507-B0DB-ABC9-D8AD-80723C447C82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07813" y="4155753"/>
            <a:ext cx="5251461" cy="2140084"/>
          </a:xfrm>
          <a:prstGeom prst="rect">
            <a:avLst/>
          </a:prstGeom>
        </p:spPr>
      </p:pic>
      <p:pic>
        <p:nvPicPr>
          <p:cNvPr id="1065" name="Image 1064">
            <a:extLst>
              <a:ext uri="{FF2B5EF4-FFF2-40B4-BE49-F238E27FC236}">
                <a16:creationId xmlns:a16="http://schemas.microsoft.com/office/drawing/2014/main" id="{86E75775-0B2A-D40B-E8A0-B3970D317606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6062" y="6299250"/>
            <a:ext cx="2776808" cy="466180"/>
          </a:xfrm>
          <a:prstGeom prst="rect">
            <a:avLst/>
          </a:prstGeom>
        </p:spPr>
      </p:pic>
      <p:pic>
        <p:nvPicPr>
          <p:cNvPr id="1066" name="Image 1065">
            <a:extLst>
              <a:ext uri="{FF2B5EF4-FFF2-40B4-BE49-F238E27FC236}">
                <a16:creationId xmlns:a16="http://schemas.microsoft.com/office/drawing/2014/main" id="{D77EEC80-2C90-BAB7-0350-8A46F22A663C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165" y="1390236"/>
            <a:ext cx="2725228" cy="1325215"/>
          </a:xfrm>
          <a:prstGeom prst="rect">
            <a:avLst/>
          </a:prstGeom>
        </p:spPr>
      </p:pic>
      <p:pic>
        <p:nvPicPr>
          <p:cNvPr id="1067" name="Image 1066">
            <a:extLst>
              <a:ext uri="{FF2B5EF4-FFF2-40B4-BE49-F238E27FC236}">
                <a16:creationId xmlns:a16="http://schemas.microsoft.com/office/drawing/2014/main" id="{93A5A155-70EF-0217-69D0-CE8302FEA1EF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165" y="2836871"/>
            <a:ext cx="2759152" cy="332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4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5990A-EB84-03FD-41DD-1D33CE0F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A9AD0FEB-B387-43B4-C73C-4AD94432563A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B147F7F8-7619-30EE-992A-D962D157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7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31FDEF4-66C0-8D88-B455-75FCB8567008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95D8423-E9E4-3E87-D1B2-F68066F0EC7D}"/>
              </a:ext>
            </a:extLst>
          </p:cNvPr>
          <p:cNvCxnSpPr>
            <a:cxnSpLocks/>
          </p:cNvCxnSpPr>
          <p:nvPr/>
        </p:nvCxnSpPr>
        <p:spPr>
          <a:xfrm>
            <a:off x="367638" y="6251728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EB8B3A96-2D0F-1A65-C5EE-EBE6399A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CA1820B-D1B4-FB4F-7BEA-1772617F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2D0B200-848B-A936-BCEB-8797E4FB045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0C78BF4B-D878-56FB-28B9-6EB5F1973FF7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A312FD1F-A7FB-4230-E260-DDD658040987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C7CC7E47-D2CB-B578-D8A5-2A70B83FB068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BC3A04FF-8847-2A9A-98AA-F401D58617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7814EC68-DD16-85EF-FBC9-28F4C8905D09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3278D5F9-3AAC-440C-02FE-B834802252C6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8537D577-D027-22AB-5AAD-3E096E3F1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9A112C5C-6C6D-6CA2-B372-23382FCFA852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BE5033DA-7E76-29EB-D561-0EED0FB6B289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4849FB15-6912-ED46-6F32-A9F62E398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30DECA2F-1F5D-C4A7-67BB-778F1C72AFD2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E6D8DD49-3AD3-151B-D335-A0EDB1B93608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EA40B69D-DF43-CA57-9F13-3FC8196C9A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20E88EF-3C9C-EAEF-D0BC-E21F32473B27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100194E-EC39-C611-58C4-AEB440CB2A16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D640EB3B-F379-C4AA-663C-10D5E827F80B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7A14EB7-A1F0-3C7E-0863-1234CA898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E92C5473-2167-E5DD-A94A-3AFD99FE40F4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4198E840-1FC0-5936-E0A0-2B172AB330FE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B4C33E3F-660B-8498-206A-3336326AFD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9BF31409-AF1A-4D1A-24A3-2966BE007F55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2FEDAC99-B7F2-4FF3-0A3D-F9B56A7A66A9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141FA45F-58A8-1079-1A74-18826CB201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BB01BE43-A878-194C-7C8B-87ABCFF7C2DB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81053864-EDDD-4AF8-0F88-92302A62A09D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771832F8-B3BD-02A1-4857-483E4F950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1F461937-E0A5-D66F-C1D5-D4A1B534F7A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E02897E0-8409-C6AF-E014-D823B8C0C979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Fondo">
            <a:extLst>
              <a:ext uri="{FF2B5EF4-FFF2-40B4-BE49-F238E27FC236}">
                <a16:creationId xmlns:a16="http://schemas.microsoft.com/office/drawing/2014/main" id="{E4FEB764-6F87-BFE5-D2D8-C935BFE3D8F0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5000"/>
          </a:blip>
          <a:stretch>
            <a:fillRect/>
          </a:stretch>
        </p:blipFill>
        <p:spPr>
          <a:xfrm>
            <a:off x="1457414" y="1448717"/>
            <a:ext cx="8955800" cy="3944454"/>
          </a:xfrm>
          <a:prstGeom prst="rect">
            <a:avLst/>
          </a:prstGeom>
        </p:spPr>
      </p:pic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18C5FEE9-9600-586B-38B3-B441081F9C8B}"/>
              </a:ext>
            </a:extLst>
          </p:cNvPr>
          <p:cNvCxnSpPr>
            <a:cxnSpLocks/>
          </p:cNvCxnSpPr>
          <p:nvPr/>
        </p:nvCxnSpPr>
        <p:spPr>
          <a:xfrm>
            <a:off x="497908" y="6251728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C70F586F-7750-3BE4-92EC-558E5D97CC6E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Indicateurs comparés – Vision General</a:t>
            </a:r>
          </a:p>
        </p:txBody>
      </p:sp>
      <p:sp>
        <p:nvSpPr>
          <p:cNvPr id="1057" name="TextBox 30">
            <a:extLst>
              <a:ext uri="{FF2B5EF4-FFF2-40B4-BE49-F238E27FC236}">
                <a16:creationId xmlns:a16="http://schemas.microsoft.com/office/drawing/2014/main" id="{C7C2383B-536A-C2A6-36CE-13148F0AEF0C}"/>
              </a:ext>
            </a:extLst>
          </p:cNvPr>
          <p:cNvSpPr txBox="1"/>
          <p:nvPr/>
        </p:nvSpPr>
        <p:spPr>
          <a:xfrm>
            <a:off x="209782" y="1023415"/>
            <a:ext cx="9118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Méthodes issues de différentes approches pour la détection du broutement</a:t>
            </a:r>
          </a:p>
        </p:txBody>
      </p:sp>
      <p:sp>
        <p:nvSpPr>
          <p:cNvPr id="1058" name="TextBox 45">
            <a:extLst>
              <a:ext uri="{FF2B5EF4-FFF2-40B4-BE49-F238E27FC236}">
                <a16:creationId xmlns:a16="http://schemas.microsoft.com/office/drawing/2014/main" id="{1E15BA0C-1330-614B-0044-614E4705B891}"/>
              </a:ext>
            </a:extLst>
          </p:cNvPr>
          <p:cNvSpPr txBox="1">
            <a:spLocks noChangeAspect="1"/>
          </p:cNvSpPr>
          <p:nvPr/>
        </p:nvSpPr>
        <p:spPr>
          <a:xfrm>
            <a:off x="1565486" y="5401932"/>
            <a:ext cx="8844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Indicateurs appliqués aux mêmes signaux simulés</a:t>
            </a:r>
          </a:p>
        </p:txBody>
      </p:sp>
      <p:sp>
        <p:nvSpPr>
          <p:cNvPr id="1059" name="TextBox 45">
            <a:extLst>
              <a:ext uri="{FF2B5EF4-FFF2-40B4-BE49-F238E27FC236}">
                <a16:creationId xmlns:a16="http://schemas.microsoft.com/office/drawing/2014/main" id="{05D52373-60DF-0CF5-A71F-DD4E04AC0FE7}"/>
              </a:ext>
            </a:extLst>
          </p:cNvPr>
          <p:cNvSpPr txBox="1"/>
          <p:nvPr/>
        </p:nvSpPr>
        <p:spPr>
          <a:xfrm>
            <a:off x="1415542" y="5814801"/>
            <a:ext cx="4533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indent="-87313" algn="just">
              <a:buFont typeface="+mj-lt"/>
              <a:buAutoNum type="arabicParenR"/>
            </a:pPr>
            <a:r>
              <a:rPr lang="en-US" sz="600" i="1" dirty="0">
                <a:solidFill>
                  <a:srgbClr val="549AA3"/>
                </a:solidFill>
              </a:rPr>
              <a:t>Ye, J., P. Feng, C. Xu, Y. Ma, and S. Huang (2018). “A Novel Approach for Chatter Online Monitoring Using Coefficient of Variation in Machining Process”</a:t>
            </a:r>
          </a:p>
          <a:p>
            <a:pPr marL="87313" indent="-87313" algn="just">
              <a:buFont typeface="+mj-lt"/>
              <a:buAutoNum type="arabicParenR"/>
            </a:pPr>
            <a:r>
              <a:rPr lang="en-US" sz="600" i="1" dirty="0">
                <a:solidFill>
                  <a:srgbClr val="549AA3"/>
                </a:solidFill>
              </a:rPr>
              <a:t>Zhao, Y., K. H. </a:t>
            </a:r>
            <a:r>
              <a:rPr lang="en-US" sz="600" i="1" dirty="0" err="1">
                <a:solidFill>
                  <a:srgbClr val="549AA3"/>
                </a:solidFill>
              </a:rPr>
              <a:t>Adjallah</a:t>
            </a:r>
            <a:r>
              <a:rPr lang="en-US" sz="600" i="1" dirty="0">
                <a:solidFill>
                  <a:srgbClr val="549AA3"/>
                </a:solidFill>
              </a:rPr>
              <a:t>, A. Sava, and Z. Wang (2019). “Early Chatter Detection Using </a:t>
            </a:r>
            <a:r>
              <a:rPr lang="en-US" sz="600" i="1" dirty="0" err="1">
                <a:solidFill>
                  <a:srgbClr val="549AA3"/>
                </a:solidFill>
              </a:rPr>
              <a:t>MaxEnt</a:t>
            </a:r>
            <a:r>
              <a:rPr lang="en-US" sz="600" i="1" dirty="0">
                <a:solidFill>
                  <a:srgbClr val="549AA3"/>
                </a:solidFill>
              </a:rPr>
              <a:t> and SPRT”, </a:t>
            </a:r>
            <a:r>
              <a:rPr lang="en-US" sz="600" i="1" dirty="0" err="1">
                <a:solidFill>
                  <a:srgbClr val="549AA3"/>
                </a:solidFill>
              </a:rPr>
              <a:t>doi</a:t>
            </a:r>
            <a:r>
              <a:rPr lang="en-US" sz="600" i="1" dirty="0">
                <a:solidFill>
                  <a:srgbClr val="549AA3"/>
                </a:solidFill>
              </a:rPr>
              <a:t>: 10.1109/CoDIT.2019.8820670</a:t>
            </a:r>
            <a:endParaRPr lang="en-US" sz="600" i="1" baseline="30000" dirty="0">
              <a:solidFill>
                <a:srgbClr val="549AA3"/>
              </a:solidFill>
            </a:endParaRPr>
          </a:p>
        </p:txBody>
      </p:sp>
      <p:sp>
        <p:nvSpPr>
          <p:cNvPr id="1060" name="TextBox 45">
            <a:extLst>
              <a:ext uri="{FF2B5EF4-FFF2-40B4-BE49-F238E27FC236}">
                <a16:creationId xmlns:a16="http://schemas.microsoft.com/office/drawing/2014/main" id="{36F3F74C-06AD-6482-3452-D7FCB28462D1}"/>
              </a:ext>
            </a:extLst>
          </p:cNvPr>
          <p:cNvSpPr txBox="1"/>
          <p:nvPr/>
        </p:nvSpPr>
        <p:spPr>
          <a:xfrm>
            <a:off x="5944463" y="5797407"/>
            <a:ext cx="4447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indent="-87313" algn="just">
              <a:buFont typeface="+mj-lt"/>
              <a:buAutoNum type="arabicParenR" startAt="3"/>
            </a:pPr>
            <a:r>
              <a:rPr lang="en-US" sz="600" i="1" dirty="0">
                <a:solidFill>
                  <a:srgbClr val="549AA3"/>
                </a:solidFill>
              </a:rPr>
              <a:t>Cao, H., Y. Yue, X. Chen, and X. Zhang (2017a). “Chatter detection in milling process based on </a:t>
            </a:r>
            <a:r>
              <a:rPr lang="en-US" sz="600" i="1" dirty="0" err="1">
                <a:solidFill>
                  <a:srgbClr val="549AA3"/>
                </a:solidFill>
              </a:rPr>
              <a:t>synchrosqueezing</a:t>
            </a:r>
            <a:r>
              <a:rPr lang="en-US" sz="600" i="1" dirty="0">
                <a:solidFill>
                  <a:srgbClr val="549AA3"/>
                </a:solidFill>
              </a:rPr>
              <a:t> transform of sound signals”.</a:t>
            </a:r>
          </a:p>
          <a:p>
            <a:pPr marL="87313" indent="-87313" algn="just">
              <a:buFont typeface="+mj-lt"/>
              <a:buAutoNum type="arabicParenR" startAt="3"/>
            </a:pPr>
            <a:r>
              <a:rPr lang="en-US" sz="600" i="1" dirty="0">
                <a:solidFill>
                  <a:srgbClr val="549AA3"/>
                </a:solidFill>
              </a:rPr>
              <a:t>Mireles, E., M. Guskov, and P. Lorong (2025). “Early Chatter Detection Through Real-Time Supervision and Time-Domain Simulation-Based Indicators”</a:t>
            </a:r>
            <a:endParaRPr lang="en-US" sz="600" i="1" baseline="30000" dirty="0">
              <a:solidFill>
                <a:srgbClr val="549AA3"/>
              </a:solidFill>
            </a:endParaRPr>
          </a:p>
        </p:txBody>
      </p:sp>
      <p:pic>
        <p:nvPicPr>
          <p:cNvPr id="1061" name="Pirnciê">
            <a:extLst>
              <a:ext uri="{FF2B5EF4-FFF2-40B4-BE49-F238E27FC236}">
                <a16:creationId xmlns:a16="http://schemas.microsoft.com/office/drawing/2014/main" id="{778460D0-FC83-0B75-F3E4-AAFB7C04B1C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90316"/>
          <a:stretch>
            <a:fillRect/>
          </a:stretch>
        </p:blipFill>
        <p:spPr>
          <a:xfrm>
            <a:off x="1458102" y="1452897"/>
            <a:ext cx="8955800" cy="381990"/>
          </a:xfrm>
          <a:prstGeom prst="rect">
            <a:avLst/>
          </a:prstGeom>
        </p:spPr>
      </p:pic>
      <p:pic>
        <p:nvPicPr>
          <p:cNvPr id="1062" name="domaine">
            <a:extLst>
              <a:ext uri="{FF2B5EF4-FFF2-40B4-BE49-F238E27FC236}">
                <a16:creationId xmlns:a16="http://schemas.microsoft.com/office/drawing/2014/main" id="{8C19D0D6-4375-1188-AF28-048845CB61E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96130"/>
          <a:stretch>
            <a:fillRect/>
          </a:stretch>
        </p:blipFill>
        <p:spPr>
          <a:xfrm>
            <a:off x="1457572" y="1450813"/>
            <a:ext cx="346576" cy="3944454"/>
          </a:xfrm>
          <a:prstGeom prst="rect">
            <a:avLst/>
          </a:prstGeom>
        </p:spPr>
      </p:pic>
      <p:grpSp>
        <p:nvGrpSpPr>
          <p:cNvPr id="1063" name="Groupe 1062">
            <a:extLst>
              <a:ext uri="{FF2B5EF4-FFF2-40B4-BE49-F238E27FC236}">
                <a16:creationId xmlns:a16="http://schemas.microsoft.com/office/drawing/2014/main" id="{E3D2351C-A1BB-D890-55CA-9379FCEEC176}"/>
              </a:ext>
            </a:extLst>
          </p:cNvPr>
          <p:cNvGrpSpPr/>
          <p:nvPr/>
        </p:nvGrpSpPr>
        <p:grpSpPr>
          <a:xfrm>
            <a:off x="1789772" y="2721692"/>
            <a:ext cx="8623318" cy="906559"/>
            <a:chOff x="388465" y="2715326"/>
            <a:chExt cx="8623318" cy="906559"/>
          </a:xfrm>
        </p:grpSpPr>
        <p:pic>
          <p:nvPicPr>
            <p:cNvPr id="1064" name="Maxent">
              <a:extLst>
                <a:ext uri="{FF2B5EF4-FFF2-40B4-BE49-F238E27FC236}">
                  <a16:creationId xmlns:a16="http://schemas.microsoft.com/office/drawing/2014/main" id="{5CB69B19-D6A8-1EB3-6399-8EB97CE78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13" t="32204" b="45350"/>
            <a:stretch>
              <a:fillRect/>
            </a:stretch>
          </p:blipFill>
          <p:spPr>
            <a:xfrm>
              <a:off x="388465" y="2715326"/>
              <a:ext cx="8623318" cy="885345"/>
            </a:xfrm>
            <a:prstGeom prst="rect">
              <a:avLst/>
            </a:prstGeom>
          </p:spPr>
        </p:pic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7BB82F7B-0708-A283-4A58-A9C7727CAA69}"/>
                </a:ext>
              </a:extLst>
            </p:cNvPr>
            <p:cNvSpPr/>
            <p:nvPr/>
          </p:nvSpPr>
          <p:spPr>
            <a:xfrm>
              <a:off x="2055747" y="2953701"/>
              <a:ext cx="4430984" cy="560793"/>
            </a:xfrm>
            <a:prstGeom prst="rect">
              <a:avLst/>
            </a:prstGeom>
            <a:solidFill>
              <a:srgbClr val="F2C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66" name="Image 1065">
              <a:extLst>
                <a:ext uri="{FF2B5EF4-FFF2-40B4-BE49-F238E27FC236}">
                  <a16:creationId xmlns:a16="http://schemas.microsoft.com/office/drawing/2014/main" id="{63BBB9CF-5FC6-4E35-DB08-7C93C9E26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943388" y="2909105"/>
              <a:ext cx="4743998" cy="712780"/>
            </a:xfrm>
            <a:prstGeom prst="rect">
              <a:avLst/>
            </a:prstGeom>
          </p:spPr>
        </p:pic>
      </p:grpSp>
      <p:grpSp>
        <p:nvGrpSpPr>
          <p:cNvPr id="1067" name="Groupe 1066">
            <a:extLst>
              <a:ext uri="{FF2B5EF4-FFF2-40B4-BE49-F238E27FC236}">
                <a16:creationId xmlns:a16="http://schemas.microsoft.com/office/drawing/2014/main" id="{23A23196-4D9A-979E-B6B7-FE3DF78E2E63}"/>
              </a:ext>
            </a:extLst>
          </p:cNvPr>
          <p:cNvGrpSpPr/>
          <p:nvPr/>
        </p:nvGrpSpPr>
        <p:grpSpPr>
          <a:xfrm>
            <a:off x="1802261" y="1833196"/>
            <a:ext cx="8609224" cy="885345"/>
            <a:chOff x="400954" y="1826830"/>
            <a:chExt cx="8609224" cy="885345"/>
          </a:xfrm>
        </p:grpSpPr>
        <p:pic>
          <p:nvPicPr>
            <p:cNvPr id="1068" name="cv">
              <a:extLst>
                <a:ext uri="{FF2B5EF4-FFF2-40B4-BE49-F238E27FC236}">
                  <a16:creationId xmlns:a16="http://schemas.microsoft.com/office/drawing/2014/main" id="{D40CAAE5-836E-666C-EDE6-1FD8897DB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870" t="9699" b="67856"/>
            <a:stretch>
              <a:fillRect/>
            </a:stretch>
          </p:blipFill>
          <p:spPr>
            <a:xfrm>
              <a:off x="400954" y="1826830"/>
              <a:ext cx="8609224" cy="885345"/>
            </a:xfrm>
            <a:prstGeom prst="rect">
              <a:avLst/>
            </a:prstGeom>
          </p:spPr>
        </p:pic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58171850-C4D9-A6F4-8AF5-823813735A76}"/>
                </a:ext>
              </a:extLst>
            </p:cNvPr>
            <p:cNvSpPr/>
            <p:nvPr/>
          </p:nvSpPr>
          <p:spPr>
            <a:xfrm>
              <a:off x="1943388" y="2077987"/>
              <a:ext cx="4430984" cy="619945"/>
            </a:xfrm>
            <a:prstGeom prst="rect">
              <a:avLst/>
            </a:prstGeom>
            <a:solidFill>
              <a:srgbClr val="DAE9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70" name="Image 1069">
              <a:extLst>
                <a:ext uri="{FF2B5EF4-FFF2-40B4-BE49-F238E27FC236}">
                  <a16:creationId xmlns:a16="http://schemas.microsoft.com/office/drawing/2014/main" id="{1535B6DE-F27E-86E4-6E7D-1BEA7504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82929" y="2064081"/>
              <a:ext cx="2900717" cy="607569"/>
            </a:xfrm>
            <a:prstGeom prst="rect">
              <a:avLst/>
            </a:prstGeom>
          </p:spPr>
        </p:pic>
      </p:grpSp>
      <p:grpSp>
        <p:nvGrpSpPr>
          <p:cNvPr id="1071" name="Groupe 1070">
            <a:extLst>
              <a:ext uri="{FF2B5EF4-FFF2-40B4-BE49-F238E27FC236}">
                <a16:creationId xmlns:a16="http://schemas.microsoft.com/office/drawing/2014/main" id="{8158BF18-3EC7-06C0-1ECE-140A735E9959}"/>
              </a:ext>
            </a:extLst>
          </p:cNvPr>
          <p:cNvGrpSpPr/>
          <p:nvPr/>
        </p:nvGrpSpPr>
        <p:grpSpPr>
          <a:xfrm>
            <a:off x="1789456" y="3611867"/>
            <a:ext cx="8623319" cy="885345"/>
            <a:chOff x="388149" y="3605501"/>
            <a:chExt cx="8623319" cy="885345"/>
          </a:xfrm>
        </p:grpSpPr>
        <p:pic>
          <p:nvPicPr>
            <p:cNvPr id="1072" name="sst">
              <a:extLst>
                <a:ext uri="{FF2B5EF4-FFF2-40B4-BE49-F238E27FC236}">
                  <a16:creationId xmlns:a16="http://schemas.microsoft.com/office/drawing/2014/main" id="{65646651-E6E3-4CF0-58D2-9A9E0300C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13" t="54980" b="22574"/>
            <a:stretch>
              <a:fillRect/>
            </a:stretch>
          </p:blipFill>
          <p:spPr>
            <a:xfrm>
              <a:off x="388149" y="3605501"/>
              <a:ext cx="8623319" cy="885345"/>
            </a:xfrm>
            <a:prstGeom prst="rect">
              <a:avLst/>
            </a:prstGeom>
          </p:spPr>
        </p:pic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267CA7BF-D615-E510-1D58-062C2F3FC9D5}"/>
                </a:ext>
              </a:extLst>
            </p:cNvPr>
            <p:cNvSpPr/>
            <p:nvPr/>
          </p:nvSpPr>
          <p:spPr>
            <a:xfrm>
              <a:off x="1898588" y="3844556"/>
              <a:ext cx="4788798" cy="619945"/>
            </a:xfrm>
            <a:prstGeom prst="rect">
              <a:avLst/>
            </a:prstGeom>
            <a:solidFill>
              <a:srgbClr val="DAF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74" name="Image 1073">
              <a:extLst>
                <a:ext uri="{FF2B5EF4-FFF2-40B4-BE49-F238E27FC236}">
                  <a16:creationId xmlns:a16="http://schemas.microsoft.com/office/drawing/2014/main" id="{D39CD610-D533-2A45-F062-A4E7E45C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41427" y="3897315"/>
              <a:ext cx="2241613" cy="565908"/>
            </a:xfrm>
            <a:prstGeom prst="rect">
              <a:avLst/>
            </a:prstGeom>
          </p:spPr>
        </p:pic>
        <p:pic>
          <p:nvPicPr>
            <p:cNvPr id="1075" name="Image 1074">
              <a:extLst>
                <a:ext uri="{FF2B5EF4-FFF2-40B4-BE49-F238E27FC236}">
                  <a16:creationId xmlns:a16="http://schemas.microsoft.com/office/drawing/2014/main" id="{773E37CF-2031-9699-C488-D0132DEF4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82554" y="3877220"/>
              <a:ext cx="2832876" cy="566049"/>
            </a:xfrm>
            <a:prstGeom prst="rect">
              <a:avLst/>
            </a:prstGeom>
          </p:spPr>
        </p:pic>
      </p:grpSp>
      <p:grpSp>
        <p:nvGrpSpPr>
          <p:cNvPr id="1076" name="Groupe 1075">
            <a:extLst>
              <a:ext uri="{FF2B5EF4-FFF2-40B4-BE49-F238E27FC236}">
                <a16:creationId xmlns:a16="http://schemas.microsoft.com/office/drawing/2014/main" id="{8784D564-1251-B0A7-97C0-F841C9F07B90}"/>
              </a:ext>
            </a:extLst>
          </p:cNvPr>
          <p:cNvGrpSpPr/>
          <p:nvPr/>
        </p:nvGrpSpPr>
        <p:grpSpPr>
          <a:xfrm>
            <a:off x="1789456" y="4492081"/>
            <a:ext cx="8623320" cy="899656"/>
            <a:chOff x="388149" y="4485715"/>
            <a:chExt cx="8623320" cy="899656"/>
          </a:xfrm>
        </p:grpSpPr>
        <p:pic>
          <p:nvPicPr>
            <p:cNvPr id="1077" name="Areas">
              <a:extLst>
                <a:ext uri="{FF2B5EF4-FFF2-40B4-BE49-F238E27FC236}">
                  <a16:creationId xmlns:a16="http://schemas.microsoft.com/office/drawing/2014/main" id="{09730CD1-2C18-CBAB-A15B-AD027F7E9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13" t="77192"/>
            <a:stretch>
              <a:fillRect/>
            </a:stretch>
          </p:blipFill>
          <p:spPr>
            <a:xfrm>
              <a:off x="388149" y="4485715"/>
              <a:ext cx="8623320" cy="899656"/>
            </a:xfrm>
            <a:prstGeom prst="rect">
              <a:avLst/>
            </a:prstGeom>
          </p:spPr>
        </p:pic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BB742122-F867-5E8E-6F4A-9DDCF028AB0C}"/>
                </a:ext>
              </a:extLst>
            </p:cNvPr>
            <p:cNvSpPr/>
            <p:nvPr/>
          </p:nvSpPr>
          <p:spPr>
            <a:xfrm>
              <a:off x="1898587" y="4742290"/>
              <a:ext cx="4745347" cy="619945"/>
            </a:xfrm>
            <a:prstGeom prst="rect">
              <a:avLst/>
            </a:prstGeom>
            <a:solidFill>
              <a:srgbClr val="F9D2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79" name="Image 1078">
              <a:extLst>
                <a:ext uri="{FF2B5EF4-FFF2-40B4-BE49-F238E27FC236}">
                  <a16:creationId xmlns:a16="http://schemas.microsoft.com/office/drawing/2014/main" id="{EE97CF6C-1DF1-B5AD-B62E-A668DB1D5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27968" y="4734762"/>
              <a:ext cx="4267474" cy="619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674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2-9C90-AF28-D9E0-6E9D7FDA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34837B3D-F88B-73D9-3BAF-71F06FE002E3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37BF7259-3175-0B35-F3DC-5BC84408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8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023DAC7-AEC0-CAC7-4B96-989A413B4B85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6437F99-C78C-2A59-83D9-FAB3DF1A4CF5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8266A5CC-3497-AAC3-C6D5-D1DD472A9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D14EA94-416D-0099-1CED-3C7C093A4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5CF3778-54FE-6C99-2A13-11374C1B016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4F1C7659-77D4-DB79-61EF-88047C825845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993C3005-0189-A198-936B-1C0F6789378B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A4E0AA7C-085F-A0ED-E9E3-A1F2E780109E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F9B95EB1-B1DA-7E9D-FCF0-AB60B53C53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3971498A-729B-B28B-7209-27387DC8B932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E6F2AB76-6460-D104-4C21-06EE6AF786E6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706BF995-B307-2E55-BF0C-D961FFB0C5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47B0E9C-882F-E051-BAD3-47907819258B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632AB49F-0C8D-4A02-785F-F345F0338CA2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728BC4CE-91C6-9115-3CD6-C40BA8EC9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30B2C2FD-B6B9-3062-4EFE-E0B761F9256C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3E4D8CED-D297-0588-FF0B-47B85809C3FD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CA55C9C1-454C-2D3D-794D-A448642693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7BAAA8F0-38FB-F1BC-DB69-CD18972D5FAB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69B1DF20-98BE-95B8-42E5-ED63AD9FEE95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8CAD7A07-240A-E1C5-5C3F-003B67EA52B7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33C0E6DE-EB9E-F8B8-53B2-13DEC0497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232CE71A-D455-00E3-5FEF-89B7131448AF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D0F4C744-5DA0-864B-08F5-71EB0C3C1E88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67907394-08F6-0298-6309-3681BD1DB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96B5A992-1262-85A3-61B2-C19828D10186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2EEC3BD3-2F15-0F45-EC65-F9CE1E3BC548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763D363-56CC-C870-3DA6-1DF87D287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8F21C10-A4AB-F2FB-3634-3D2DA5F8E220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E7F55B65-A8F8-D11F-A451-BF5289F7FC96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07E3385B-C2AB-636A-34DE-2D52B40BB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A14AF71A-C455-5C30-43DF-61A93ED4E855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5A95403C-FF4E-AF1C-A8E7-F8004CB53398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5DC08D2-4EC8-7CF3-7C2F-A8049D6DB06E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E227D86C-6B9C-CB60-6172-9C0308D5E246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Maximum Entropie </a:t>
            </a:r>
          </a:p>
        </p:txBody>
      </p:sp>
      <p:pic>
        <p:nvPicPr>
          <p:cNvPr id="1081" name="Graphique 1080">
            <a:extLst>
              <a:ext uri="{FF2B5EF4-FFF2-40B4-BE49-F238E27FC236}">
                <a16:creationId xmlns:a16="http://schemas.microsoft.com/office/drawing/2014/main" id="{4A5DFC52-0758-9129-43BB-FE39C9648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9690"/>
          <a:stretch>
            <a:fillRect/>
          </a:stretch>
        </p:blipFill>
        <p:spPr>
          <a:xfrm>
            <a:off x="6676886" y="731181"/>
            <a:ext cx="3600000" cy="2638871"/>
          </a:xfrm>
          <a:prstGeom prst="rect">
            <a:avLst/>
          </a:prstGeom>
        </p:spPr>
      </p:pic>
      <p:pic>
        <p:nvPicPr>
          <p:cNvPr id="1083" name="Graphique 1082">
            <a:extLst>
              <a:ext uri="{FF2B5EF4-FFF2-40B4-BE49-F238E27FC236}">
                <a16:creationId xmlns:a16="http://schemas.microsoft.com/office/drawing/2014/main" id="{B4B30BEE-7AC4-301C-41E8-7965EDF82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11337"/>
          <a:stretch>
            <a:fillRect/>
          </a:stretch>
        </p:blipFill>
        <p:spPr>
          <a:xfrm>
            <a:off x="7084994" y="3578652"/>
            <a:ext cx="3191892" cy="2583051"/>
          </a:xfrm>
          <a:prstGeom prst="rect">
            <a:avLst/>
          </a:prstGeom>
        </p:spPr>
      </p:pic>
      <p:pic>
        <p:nvPicPr>
          <p:cNvPr id="1089" name="Graphique 1088">
            <a:extLst>
              <a:ext uri="{FF2B5EF4-FFF2-40B4-BE49-F238E27FC236}">
                <a16:creationId xmlns:a16="http://schemas.microsoft.com/office/drawing/2014/main" id="{DE71AF61-1410-5156-C0B8-94AA9AC08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0751" y="1109706"/>
            <a:ext cx="5673795" cy="506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11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9969-DE71-D181-88EB-F4AEA200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5BB158B0-4472-F284-2FE0-A83EE5C98F22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080695BA-9211-0FCD-0D28-565A69F6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9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99DC3E9-CBEC-A58B-14DC-5D1E86A30037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4FC2EB3-9501-9FFA-F416-6555AC516B0E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2D4E9DE8-C67F-925C-5F61-F1B032A59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70437CD7-9D04-3360-352D-E97D55B4E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8B78C4D-3BBD-5407-9FDD-C402FCC52E3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4449B699-5740-CEEE-38D2-9F4BC59A4F06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E41A6721-C5C7-E438-C168-F2403B10BFB2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3A737E08-60EC-571C-1CBE-34E38A494AA0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05069602-1F46-0BC1-7FF5-6AC9048E31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7968FFB2-0875-6F6D-7517-5AACD5B3B691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0DA366E5-2A9E-4FB3-0EA4-D3DC2DC292B3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CFD46DF3-89CA-332B-8394-84D953B8FA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F8670A49-8930-B394-D148-02555563ACF9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D8879099-C65E-2CA9-9488-E4E112E9CE56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14F2B0E9-78D1-B863-0590-A38041C6A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F68200FE-8D15-A629-C4ED-E2D220E3C876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91CD4956-7C51-2770-D649-A7DB4EB95436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4B168579-65F7-BEBC-B03A-2D72D09B11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DC564230-44EF-5AD9-F3FF-56DB95184177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A76FAFA8-3602-49C8-5892-D7BE219F2DF8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FDB2D9E2-205B-B69F-EED2-A2A36B51011A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03EF0281-C168-B0A1-0C0F-5EF100483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A47D03B1-421E-36E5-3254-566BA80BE22C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F9E4CBAD-B1F3-51C7-5A3F-35ACAA1014CB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ED411E1C-FD74-C406-26C4-CA948AAA15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3B06C90E-2018-9BD7-646E-F995CAD6E677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B031BA3D-572B-5128-6FA0-A98108F85C6A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FF43EFFD-73D1-4F7F-DC2C-AA6B93DCCF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F10E470F-D493-4F64-70A5-8B03F6EE367A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C2E9D937-E3AE-321F-328C-66C1E45DDC7F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389D375C-1C83-CFF7-BF18-817BC36B10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7032CC25-6FB1-BC05-5071-1C4399CBE49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6B93F651-AFCC-A524-C57F-C939CB427FE9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6BE1EA8-57EE-F2FE-A020-2BA712FE5F49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D9C0F113-FC5A-0E7A-0844-F68A0B7DB90E}"/>
              </a:ext>
            </a:extLst>
          </p:cNvPr>
          <p:cNvSpPr txBox="1"/>
          <p:nvPr/>
        </p:nvSpPr>
        <p:spPr>
          <a:xfrm>
            <a:off x="209782" y="692154"/>
            <a:ext cx="4236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Training PDF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25D6C2D-ACD1-5826-6451-5BA0105DDA29}"/>
              </a:ext>
            </a:extLst>
          </p:cNvPr>
          <p:cNvGrpSpPr/>
          <p:nvPr/>
        </p:nvGrpSpPr>
        <p:grpSpPr>
          <a:xfrm>
            <a:off x="5041113" y="698279"/>
            <a:ext cx="2939428" cy="732497"/>
            <a:chOff x="6020156" y="649371"/>
            <a:chExt cx="2939428" cy="732497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9828127A-BBCF-89CD-9DE6-A7199EB0051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20156" y="649371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3ABED566-A28E-A4CF-EAA2-DBA58A9A34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09EC2706-5A95-2AFE-F83D-3C9C679F3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70C4F2A5-E7E2-00D8-9250-5626C3DA217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7F863659-DFCE-AEA8-088E-9A5EF664749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A9E5525D-2AAC-D7ED-D4B9-C390E23DB9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0202" y="1475226"/>
            <a:ext cx="5836973" cy="43936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5FF825C-5E0D-A3BB-58C5-7125FC92D71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79" y="1639451"/>
            <a:ext cx="6065782" cy="417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5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76E4-7862-BFFD-799E-5F80E693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D75127D3-768B-7769-2F48-82D95882D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840" y="1526057"/>
            <a:ext cx="6022377" cy="4447899"/>
          </a:xfrm>
          <a:prstGeom prst="rect">
            <a:avLst/>
          </a:prstGeom>
        </p:spPr>
      </p:pic>
      <p:sp>
        <p:nvSpPr>
          <p:cNvPr id="1033" name="TextBox 37">
            <a:extLst>
              <a:ext uri="{FF2B5EF4-FFF2-40B4-BE49-F238E27FC236}">
                <a16:creationId xmlns:a16="http://schemas.microsoft.com/office/drawing/2014/main" id="{8BB58FBB-C866-49BC-9BE7-48892952419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5BD2802C-38DC-8CEA-CC1B-94E085BF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10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86E1460-05DD-AA69-D0E7-BDB295D20DCD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EA3EA58-5A4B-E935-6484-EB78CBE04911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59021AB4-C742-CA16-A945-B0B861D7F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453763C8-547D-7A7C-5280-269A14F6B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52F7F01-05D9-4170-5A14-DAEC6DE32DC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E5B7A72B-7E49-F20E-697D-0F26ABA801E2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C0AAFA3B-F380-319A-B420-C2632A73756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A81F61DA-3AB4-4782-8817-6A822665A1A7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CE80699F-1D47-DCC2-5C2A-099A01D4A0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46D48B5-2383-B7F4-76C4-107510C84FDC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D11ADE66-2B9D-1636-FAF9-A5862E16FB0E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06E0214C-FE91-BBC3-300B-E29F918B46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F939E98A-8BD1-2E8E-E559-80C74F65D078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63A92313-9BFA-FAF8-548E-92D47591EF5D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9ADD7A19-EDD5-18F6-E4A1-8629F8A81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D269FF0-F21B-8FEC-7069-B78D62CA85EA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190A7EAC-29A1-B895-4619-005112F1EE12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195E9BD1-3491-32B3-E533-928528DDAA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9F65AE5E-15DE-40A8-774B-A4ABC362BE30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79D8EDF-1730-B37E-62EE-868081895FD2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61C410FF-CC4C-6F00-90E8-DB57625B5CBB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CA3C0212-3303-F498-D976-1C6315ADE7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874FA33B-C043-1813-B2B0-456F583F0C32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DCD59375-3442-BA7B-9F93-7EDF316BC44C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FBF8B5D5-AC9B-844B-A5BE-5E5FB9B6BF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FB4F8E2-0878-7AA3-F114-F5113601C3C6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4C911B18-4F22-219B-9F45-80985045DE54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ED3B49EA-E437-2123-3519-9B7323860E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DDE41EFD-299F-F572-4B70-FC045E2459F0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A45F2694-F0D5-0052-C45C-4AF2E32E6581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B49EE29A-54B9-3734-9C0C-2441F38BB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2B3651D8-DF47-B6B8-592C-6A18434326FC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E61D2AC4-FBA2-89EA-379B-76FDA7676B90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44229ED-A720-10A4-1512-0DC32123D47C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79E097AE-B043-9001-106B-B40E6D7BCFAD}"/>
              </a:ext>
            </a:extLst>
          </p:cNvPr>
          <p:cNvSpPr txBox="1"/>
          <p:nvPr/>
        </p:nvSpPr>
        <p:spPr>
          <a:xfrm>
            <a:off x="209782" y="692154"/>
            <a:ext cx="4236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Training PDF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7F19FA7-18D8-F803-9106-813358D28781}"/>
              </a:ext>
            </a:extLst>
          </p:cNvPr>
          <p:cNvGrpSpPr/>
          <p:nvPr/>
        </p:nvGrpSpPr>
        <p:grpSpPr>
          <a:xfrm>
            <a:off x="5041113" y="698279"/>
            <a:ext cx="2939428" cy="732497"/>
            <a:chOff x="6020156" y="649371"/>
            <a:chExt cx="2939428" cy="732497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87E645A8-FD54-6938-D5A9-ADC31C5747B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20156" y="649371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8A8E7A13-5674-117B-782A-14A9DE8C0A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479C9338-D84D-3F2B-ABA4-E4C29F1EB9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15A5205C-AC51-6D65-8207-17E8051FD4B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79929FD6-DAE9-9DE4-9971-9456DBA9D0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82D0EBCD-9D8E-DE5E-4C08-CB02F06A8E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421" y="1642036"/>
            <a:ext cx="6266181" cy="43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5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805E-2CD5-3C14-C103-671CC96EB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7296F662-F0D5-0346-E88F-6425A6D5B041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1E8489B9-9365-1616-3375-3E5A558D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11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AC7C3F4-6BF3-DB7A-01BE-D0F05A5538C6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0A9F64F-56D9-43BB-53F8-6B863CBF333B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D5223846-80B2-E395-D3DF-85FE8DB8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36BAB61F-B1FD-3181-7F8A-C3CF119D4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B753B12-3BCE-1109-12DA-4EF4B2BA8F1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C947601C-9621-0806-C788-63952C75EE1A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611E38A0-1C08-35A7-190E-E1B184DB3076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EE79E2E2-97D9-2E23-E31D-D19088630A84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85BE5779-9E80-924B-DF02-907EA6A28D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003BDCB-9686-7023-6E13-BB88DAA2452E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79D7BD99-429A-A02F-47CE-AB54F8A25BF7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C136C998-387E-495F-CFB6-6F357957B5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364905AB-B7D4-FC64-2B32-0ECB35CB1331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59763C64-A34B-9BF6-B5B2-09BBF9C84F61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BBDD2EFF-EB3C-E236-1DB5-C6E8EB5F7C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031658BC-04C2-A8B3-9D63-3233815578BF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1B6EB3D-F879-7FCF-BAD7-4DAD0275E13F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2EE493C3-FC7C-CAAD-91E5-E147CC7EDD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2847EE9-F0CC-0C6F-1A36-C5311F7956BC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618B072C-E898-4910-69E9-A349D892D5A6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DEDD3D50-BADE-EF10-6661-930684D363E7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62BAA4FD-E052-1939-97E7-F74142F03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A026E86E-CF72-2560-7272-09D8BCBD5F97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E23E1F90-86FD-208F-4F28-4594FD2D0ED6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CE725ED0-6FFD-F7F4-6AB6-2BE738E60A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05B7C58-C0C5-B711-6D07-1C4E6328382A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3604309D-CBC1-8B41-5BE9-91595A35DD11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847E4602-4882-4A75-A83D-9B30404B6E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E897EF6-8D65-C54D-76A4-629C835281DB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28AB6204-A34F-62F4-E4C5-566E3A9D1EB4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250927F7-B96E-668C-05E6-DD8C6A1C0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B1A10573-B57F-D3F7-E6B5-F4F3BF2245F5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3A980516-C820-4585-F259-4D876AE5D611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1B54E8F-97C6-E222-006B-3BFD3E459219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707929B5-B2AA-386B-8E4E-FE5AB2E43ED0}"/>
              </a:ext>
            </a:extLst>
          </p:cNvPr>
          <p:cNvSpPr txBox="1"/>
          <p:nvPr/>
        </p:nvSpPr>
        <p:spPr>
          <a:xfrm>
            <a:off x="209782" y="692154"/>
            <a:ext cx="4236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Training PDF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47EB934-27AB-06C0-05F1-7C4B15BC6082}"/>
              </a:ext>
            </a:extLst>
          </p:cNvPr>
          <p:cNvGrpSpPr/>
          <p:nvPr/>
        </p:nvGrpSpPr>
        <p:grpSpPr>
          <a:xfrm>
            <a:off x="5041113" y="698279"/>
            <a:ext cx="2939428" cy="732497"/>
            <a:chOff x="6020156" y="649371"/>
            <a:chExt cx="2939428" cy="732497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ADDCDD53-6F56-9900-B083-64E4287167C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20156" y="649371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A23C9154-F945-E69D-CFDA-2585BA03B5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C24E88B7-0DF7-2853-046B-73C9189C47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74EF4166-A3DD-969E-8871-6365830324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D173BE45-5851-D98C-04FA-283088E219A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E4B3E82B-2D17-4777-7B11-A8C82B531F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1644329"/>
            <a:ext cx="5895449" cy="439881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F5981D1-AB08-C15D-3CF9-B98A38AEBB0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20" y="1726130"/>
            <a:ext cx="6161227" cy="42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4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4DB01-3C55-A2B1-2AD1-A35F9DBB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D89492B1-F9AA-B89C-2AAA-CC8AC711947C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7330CD33-51D0-CE12-52E8-3E58538E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12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59BC4EE-D539-94B7-4B9E-6C613C4F20FE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4FAB975-DAD4-A36B-46B3-B919C66AE1BF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8016D527-9C87-CBE7-2AC2-31A8709A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4104566-8D6F-E7CD-B821-25B34EDED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81A2C7D-5290-96A8-2DE4-8B5B1166260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8D2DC17D-E443-CDD9-9298-B2C81794BBFC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903BA3C-5E68-B107-B251-977FE4DC8D0F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81E87999-3414-2B3E-4ACB-3F7B9B0275C6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0D001A68-3931-200F-1ADA-0A73E53BE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B6556E68-015E-6D4E-2513-3E626F401C86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9FB17CD-0848-C800-1ADD-93AD8F59B986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E755AA05-B3ED-76FC-9F53-7C89C3054C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6F1D07F0-C0C1-AFA4-FA2C-53FC6BF6050C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33D1B992-1C2B-9D73-C246-A734E0AF68E9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0DE1CA9E-C2E0-7430-1546-686FF8DB34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4E306C1A-0E53-DE78-3887-68012CC8F49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1F4F7C55-D99A-9675-70C3-0D974EA4F845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FB21645C-9D11-C879-4C8F-F15AA80DC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A38049E-E6F7-AC3D-998C-B1A20E293D11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DEA365F6-046E-4D3D-B3D0-4C7A9F08ACE2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E80824AC-CF83-AD24-9F51-CA8DC920D0F8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D137E4B-989B-3324-9096-AFE7E932B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F48059BC-AA58-1557-2FC5-171D5A5E1930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4ECFA7F5-E9CB-0154-8E36-75A9A1A314DE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C9D7031A-88B4-9DB2-027E-ADF38FBF08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8C15A0A5-FD2A-45B3-4772-6219B2A800E3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B470FD55-B332-C990-4E29-780C02B5A9E2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18CAB94-5CF8-632A-B15D-E5BB94317B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B9B42DE7-D0F2-1DAD-C1D7-8E2E9AA95F72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80697BEA-F948-B27F-618D-D53A7193AF02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BF9BC310-1AC8-AF46-41D0-74EDA7FFD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8E0FB9BE-ADE0-227B-7B19-218692F25D1E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2C7FD6DB-6EB8-6CEE-F2B7-DD0840B6F849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E4D51B6-C048-DE84-88E5-014C2C4E8FD5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5DCC92E0-AC2D-05C4-067C-9F4B89CACA99}"/>
              </a:ext>
            </a:extLst>
          </p:cNvPr>
          <p:cNvSpPr txBox="1"/>
          <p:nvPr/>
        </p:nvSpPr>
        <p:spPr>
          <a:xfrm>
            <a:off x="209782" y="692154"/>
            <a:ext cx="4236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Training PDF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DA9ACBC-BC4E-E9C6-EB63-1D7294454075}"/>
              </a:ext>
            </a:extLst>
          </p:cNvPr>
          <p:cNvGrpSpPr/>
          <p:nvPr/>
        </p:nvGrpSpPr>
        <p:grpSpPr>
          <a:xfrm>
            <a:off x="5041113" y="698279"/>
            <a:ext cx="2939428" cy="732497"/>
            <a:chOff x="6020156" y="649371"/>
            <a:chExt cx="2939428" cy="732497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FCBA829D-7E61-5B9F-DD57-41971798171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20156" y="649371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5B73E17E-EBE0-EC33-BD03-75E7A01C43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2B53B0C1-7279-1F03-4F38-1D51F52719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200C70E3-DCD7-E248-102F-38F91E42B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E6FF8F7C-7F88-256A-E066-BB61B06DED9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0CFE0DCF-2DD0-1532-5ADD-A4713F3B67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7696" y="1541450"/>
            <a:ext cx="6204304" cy="459023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0618A6F-9777-3E2A-194F-6839A1591C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1619925"/>
            <a:ext cx="6096000" cy="440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2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2DF9-B781-610E-96D8-A5623968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7D26E4B4-1906-B80C-F2D5-0650361CE203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3E844847-F719-D226-C414-1626EA33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13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85CD2DB-2A9F-8139-01CD-E99A0A8C329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90F8C69-F6B8-00AD-7949-DE0FCCEC71F1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A154C2EF-6F1E-2580-12C6-B0253846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833719A6-4F08-3215-11AC-D1A29EA90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0456250-A61C-198F-D5E5-B746286FDB5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57A927B2-93C9-5CA6-4FB6-864FFE8DDFAE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DF0D84C6-22DA-EB78-A8AB-FBB7B5021696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CE5127D2-679D-0989-6666-590755E73D9E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6A54A610-6CA6-895E-AF22-56D247F6BE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524C2C5F-CCAF-8FDF-4E3E-BFDC173D4E76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A8914BEE-240C-A56B-DB4E-AC18EEE6B64C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26CEEC58-EA63-84A6-41EB-128F06831D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9B2E44A-D0B1-1FAA-63B7-F5B756B6C57B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3CAF9146-A481-F03E-3B61-6E5CF3911028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FECBB25C-4A08-E4F5-8B32-8A2A71F94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17927242-2C92-4DFB-8F31-16BFF0BB7DC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39D8E213-FF57-108D-2C3D-94131AD7271D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AA480BED-368F-EDF9-FE02-F6A060811D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3C80E29F-CACA-A9C1-0E8C-E458DA1977CA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D71D008C-4986-C575-3B86-F447494CE542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463C4EDE-ED02-F91B-A90B-31F9CDDDDCE5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8D8CD2A6-A399-363D-16F0-170479D68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9FC2D5C0-068A-721D-5D1E-4C0EF32FB64E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66AC5851-C16C-23EB-82AF-3071C3AE793E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2C528171-1EAB-266B-F0B9-213B07DD02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004F2262-7529-DCB2-77C7-E1C6278091DE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02AB4A4E-B852-B50B-F6BB-31F61C9C125D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986E4061-F251-CC86-370C-8B2CBFBFCA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6F8C792C-C65C-5ED3-2C3C-3C7D047A4054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2B26C2A3-F8EA-555D-CC8E-73EB7FA4DE36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E0A9E0EB-E0B7-1825-C4D7-5B5AC7627E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10D5F119-95E3-127F-0384-18A30CAF8086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00BC784C-92BC-252A-C764-B7E8C0DB8E29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8B4AEE4-0664-D4CC-C373-D329A7813C8D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16B9413F-AEF1-8272-48EA-22A1AED4B9CA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MaxEnt – Reset vs No Reset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42CF299-707B-0B1A-1103-EBAAE5BAA551}"/>
              </a:ext>
            </a:extLst>
          </p:cNvPr>
          <p:cNvGrpSpPr/>
          <p:nvPr/>
        </p:nvGrpSpPr>
        <p:grpSpPr>
          <a:xfrm>
            <a:off x="5098131" y="689943"/>
            <a:ext cx="2939428" cy="732497"/>
            <a:chOff x="6020156" y="649371"/>
            <a:chExt cx="2939428" cy="732497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E72F8D8C-6C4E-34F8-90CA-78EA4642CB4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020156" y="649371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140D9B9C-8FFF-AD2C-3697-2A68E4A2CE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A021F819-37E6-0519-060C-2A58D76BF2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B4AC8E77-E40E-9223-72F2-C5BB9EDAB7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4B89788B-2FC1-4A18-D0A2-ADF051479E1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AD5158C0-85C5-1775-8B57-035F5438C8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352" y="1684837"/>
            <a:ext cx="5643161" cy="394925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3BCCAB5-7679-EDB0-2D22-E2E52EB321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17527" y="1558117"/>
            <a:ext cx="6148577" cy="42206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5BABB53-C619-58D1-786F-97C480D21B6C}"/>
              </a:ext>
            </a:extLst>
          </p:cNvPr>
          <p:cNvSpPr/>
          <p:nvPr/>
        </p:nvSpPr>
        <p:spPr>
          <a:xfrm>
            <a:off x="1744911" y="4977477"/>
            <a:ext cx="1439160" cy="68580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6357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F52B-186C-FE29-5E4C-DE215303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825485FB-0790-A013-A2E0-85ED846526F2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FA1CD33A-CB78-1B61-8F8D-F32C73C3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14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5EA11C2-CF01-F1BA-26A6-0A3D57C90C08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FCD1C4A-54A7-7449-34D9-3E8D6C5A98C2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65E6455B-FDF1-7A06-AD44-5E42E198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CA9A878B-F5A2-A93A-A9DD-9838714C7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8F05ED2-D2F1-88A5-9E47-5FE73938C3C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D4D1CD7F-6ADB-9048-55BF-357BFD010DD2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47C8E27B-CA98-B7FE-2D45-D7E6C1C33D60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395C4C78-B4A4-6CB0-A3A8-F158B0A0C2AD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4A0C0600-F591-EEDA-227A-C4CE643CD4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190C9A7B-0861-5CB3-67EE-A5C07944744C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2F0D7623-8919-D98B-741B-3DBEAA3AEB61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085F955E-A8B0-DEA2-C8DC-0456DE8FAA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A2D72E0-F400-4E80-6ACA-E493D7F51FC8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45B9BD6C-24DF-686A-2082-012DD5209EF0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4B359368-77BE-0064-6E7C-75E823B65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AE85FE5A-8E98-2D62-0DE5-994562ED8ACB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699B292A-5951-2D6F-4C6C-B33AC4264151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CE110B35-19DC-755F-C87F-AC08B401B0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E20FE59C-A7A4-42C8-C5C0-C3D6DB303D8F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7AB982A-BD95-F5B4-D69A-1444AF358890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AF9D1BA0-E04D-E69A-6461-DCEDBE300DE8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698949BD-4323-03BA-5589-0C269E087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EEFCA7E-1AE4-0905-EAF9-D9AB93B4DAC9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30B5261D-CAA5-36EA-3B9E-BB3098955C27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709E9503-7840-19D3-83AA-F4725F2403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9EDCBEC-1D0D-D204-4B0E-736A3A5FB82F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6AA96256-A7A5-6101-E5A6-3A70ED9DF088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A3392A75-7951-65BE-A8EC-6DC05BE012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6998A60C-BB05-08F0-5609-20D96B46AEC1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7266A746-34C4-A116-6ABD-3BA436FE7160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CBA3D1FE-3EE2-535F-60FF-AA6D232180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D06F4ADC-C208-1C99-37F3-49413081A9C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2389C5A8-52CB-E48A-6930-73BBFAADBED0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B7F97A3-472F-648A-A6C0-117AA53F357E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468582B0-635D-5B5E-72A4-EC4133B6BED8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6D6AC26-803D-F775-F986-03758593B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55641" y="1071892"/>
            <a:ext cx="5658249" cy="5155132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BAA8B6C4-0633-7B25-6AB6-3ACA3ADA0F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8356"/>
          <a:stretch>
            <a:fillRect/>
          </a:stretch>
        </p:blipFill>
        <p:spPr>
          <a:xfrm>
            <a:off x="6934670" y="779596"/>
            <a:ext cx="3060654" cy="2604162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CF6F1B41-074B-EE85-16E3-4D5FE9249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r="12252"/>
          <a:stretch>
            <a:fillRect/>
          </a:stretch>
        </p:blipFill>
        <p:spPr>
          <a:xfrm>
            <a:off x="7287822" y="3611540"/>
            <a:ext cx="2707502" cy="258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94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AAB-CD5D-70A4-F537-AAE21095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6872E5BC-BF58-6F04-D442-D81744145815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4883C9D3-ABBC-CC1C-DA7D-63F0DE37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15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E5C6540-1B92-ECDA-54A7-E6970BA90E91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65EDD2D-B3BA-D1F7-845D-0AA97EC485C5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B497814A-18FB-4C0A-79B5-6142C0EA9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C39F80E-8931-E8F0-0283-9D7F4B284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2DA1E37-BCF2-8268-C08C-C17984B61D0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FFE1D5B8-8059-D62A-8D6B-E9A0A4062840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C92C1499-6F94-2F18-73EF-2F95F8DD6616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1F9EEBDC-C6F3-2374-6EC0-CF6BF99248C9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81D74B49-35F0-62DB-6489-C8C10269E4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944D564A-386C-2F4B-CB7F-61BAAD73AEA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7C20DB0-DB14-CBA3-B037-1FC178245218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2760FC4F-4065-2AD4-7377-2780F0F39B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B91B5C69-F37D-FA19-E9D8-9B911F56F47E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4C8F8E9A-8E58-971D-5A61-89817B50EDDB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8400DA79-67F6-8ECC-3ACA-0CA4609C6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47A3838B-0052-274C-3DE5-5C057371F90C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F37B355-F3D3-1CF0-52CB-E21106D03A14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B2DA93CF-DE3B-B5DD-7E6C-8A6687E029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9E35C328-807D-68E3-2950-D5D48650DB0B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D55D1B9-6B92-F6E3-BF55-871B6D12F744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1D896416-5211-B7F7-7D9D-7AF93459FC30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04F2BD29-FD8E-9CC5-B0AE-83D2C6615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31189A09-DCF5-6EE7-1C96-194C58225CDD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5C9BC64B-E6B2-BB45-7535-817568404D40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A80CD9C8-5D36-C146-460C-45B8799677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BC1065A2-0291-C4FD-5BF7-F2846EB81FB8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CAB56FE2-F47A-3A88-B27B-D23472FD8C08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27924BF0-6BD2-63FD-1304-A651C44EB5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5317ED59-1BD5-72F7-1199-282C3D213494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38ED1345-8518-5FA2-D389-7520C23573F6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66F3CC62-FEAA-B310-72BD-57CF28C95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0E1DC340-8884-8ECE-563F-1B0554B38AC1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57938A1E-F434-6654-5A9E-11C07F38E6F8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7A576DB-4A9A-BF89-1021-72CB78484BC2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A7CD0866-226E-A01E-56AC-262689BFC430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 – STFT vs SST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7C75D7B-F5CA-AF04-C079-A7246B62A73B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181E8DB-9C39-11C0-D7A1-D1261C7991AB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4" name="TextBox 45">
                <a:extLst>
                  <a:ext uri="{FF2B5EF4-FFF2-40B4-BE49-F238E27FC236}">
                    <a16:creationId xmlns:a16="http://schemas.microsoft.com/office/drawing/2014/main" id="{B51CA2A5-01A4-3DDA-DF6B-D755E9916B7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694812FD-9100-D416-BE53-F02E9AEE8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8" name="Graphique 27">
                <a:extLst>
                  <a:ext uri="{FF2B5EF4-FFF2-40B4-BE49-F238E27FC236}">
                    <a16:creationId xmlns:a16="http://schemas.microsoft.com/office/drawing/2014/main" id="{AB3070F4-5E29-60FD-C2E0-BFC06326A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4CBB39F4-3B7F-F002-B364-D7B5DA4B753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30" name="TextBox 45">
                <a:extLst>
                  <a:ext uri="{FF2B5EF4-FFF2-40B4-BE49-F238E27FC236}">
                    <a16:creationId xmlns:a16="http://schemas.microsoft.com/office/drawing/2014/main" id="{BB530E34-7211-5409-4D9B-9D9269A8E2A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EBAE9789-6CE1-9C1C-464C-43A4964E07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388D0F90-1EF8-B7FF-49BC-E92E711607D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54F996E0-B2E3-6686-38EB-86675EF730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13" y="1580793"/>
            <a:ext cx="5768796" cy="4661452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230BF278-C122-786B-B3FC-D6F926E7E9F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4547"/>
          <a:stretch>
            <a:fillRect/>
          </a:stretch>
        </p:blipFill>
        <p:spPr>
          <a:xfrm>
            <a:off x="5943386" y="1360494"/>
            <a:ext cx="5980430" cy="447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0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4708-A2B9-3CF0-22B1-CBD500D4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FC2B1A85-DFA8-6FA5-3BAA-AC29746E91C7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21FB3409-D333-AE43-DB54-831E88F3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16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65142F1-8D20-A733-B9EB-AB77A7563825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15BE7D1-A4E6-3373-E279-D094C4287454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6E812E6C-B456-3ADE-726E-E72CB2254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BA3D051-D1AC-DE7A-6BC9-26CA4165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B59EBC3-A6CE-12BD-CE93-F80FDE99CA3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9001246A-FE49-0ADB-5463-1209301C965C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334726DC-61AC-A5A0-4FBA-25DDD0B32A80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A0D6C831-12B9-1CBB-4DA9-8E73E313FA38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7186D620-C7BF-55C0-F5EC-F05CECEF3B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57B45112-634C-1EA2-D531-E7B5A2DD534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581EBCBF-A200-ED3C-6409-B3B521033677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B1AF0134-AA21-67B7-6BA4-6375E5EF52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860E44CE-6C79-B806-4611-8AF15304F9FE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C1324C98-F9C3-6262-E3A1-758B01C656C0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1B8E92A3-1643-2A87-A6AD-A7DBEC226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53ABD485-5A8C-BB42-EB7F-5E2E303D8BCD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CB50A192-098F-9B9D-8576-89A15411323E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D12E5230-8C3D-9822-2CAC-24A1EC66FC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5908016D-A249-A467-09A0-BA930538BC50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6F980845-0BAC-6385-831E-A1384949E871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274EACDF-AE98-C456-C848-317842837EC6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4DEC0D3D-E45A-303A-A2B0-C12672770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180753C-710E-0178-0846-71EF2B341802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7A43DBC9-5DF6-8C62-C0F6-A77481D61D11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94692C4F-DD7F-A58B-2900-98F4CF5606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1EDA16D5-08D3-F7AA-8E72-A979E4A95D32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786B0342-B630-C094-7CAF-5C18D64DF1E5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BB7C102F-D19C-4098-0533-4875DAB79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A92D0BC9-6AE5-E2B7-D2DC-8AC774AF70AE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4B4838C4-419F-559C-5C64-796805F42F42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E5E0F0EA-2B66-B477-76EE-6F9EE0FB3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1ED3D11F-0693-0AE3-57E8-8F73AC7A0B4D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8D7EE1FF-4B46-1AD6-16DE-6374EEE7531A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7EA6AB8-CCDB-A698-BB0A-FA42E218271D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F6A9AAE8-D721-A964-D5DA-E9BD140FB748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 – STFT vs SST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F1E6BA8-2813-7B2A-29C3-0934777A87DF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4199697E-578B-1FB9-F3E0-8ED54C56F24D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4" name="TextBox 45">
                <a:extLst>
                  <a:ext uri="{FF2B5EF4-FFF2-40B4-BE49-F238E27FC236}">
                    <a16:creationId xmlns:a16="http://schemas.microsoft.com/office/drawing/2014/main" id="{DD9BA705-1340-67DB-0FEF-1A1E5EA9DF0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508FDE7E-B3BA-54C7-8D49-D7B5F16C1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8" name="Graphique 27">
                <a:extLst>
                  <a:ext uri="{FF2B5EF4-FFF2-40B4-BE49-F238E27FC236}">
                    <a16:creationId xmlns:a16="http://schemas.microsoft.com/office/drawing/2014/main" id="{BB8B4A24-CB9C-23B2-7E36-FA4DBF43C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BA8FA1D2-3752-55CE-FED0-325F5E8CA04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30" name="TextBox 45">
                <a:extLst>
                  <a:ext uri="{FF2B5EF4-FFF2-40B4-BE49-F238E27FC236}">
                    <a16:creationId xmlns:a16="http://schemas.microsoft.com/office/drawing/2014/main" id="{0D37997B-D41C-26F4-63BE-9C4D0589F97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5836587A-76A7-12BE-5162-1DCAF23EAA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2667E907-3D42-D81B-DCA9-85C3D1B01E3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3D268168-0375-D75D-CB5B-863CFDC874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411" y="1406787"/>
            <a:ext cx="6001173" cy="4831047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AE74CB6-5A19-EC9D-4E39-3CC49B594DF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2323" y="1406787"/>
            <a:ext cx="6049677" cy="460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8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5DA2-BE06-6AEB-7B19-8CDF0743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3F12F775-4E76-8577-250F-4D2598568FE2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D3B9C251-6492-B252-64AE-15E178B7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17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BDD344C-D0A1-5A48-751C-5AF62954B04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9D40D2E-5122-47B1-3B5D-2257F3F5C13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9C5A8153-C969-4AAD-8EBD-DD1FBB0FE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CC03F59-F8A8-553B-4C6F-7B9E53D94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C0412474-E6AE-B974-C4B3-E3B2A29245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49EC995C-A964-06FA-7D0E-10244930AEF8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19434A20-0954-A0A5-C060-4FAAEFBE637D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BCF692A7-4D3F-2288-0BAE-AD50F187532A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DE59A55C-69DA-E172-977B-72D67A3622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6AD025C4-9004-BE3C-2ED0-1E6B98EB1401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173C660C-1C28-3B5F-5623-FD116765E768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E0B0E661-90CA-95FF-2B49-0B644DFFD0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96F9AED-A34C-B947-10A5-097FF8430F67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6B8F0475-6820-02B8-BE21-5A256B532185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16D06A53-3357-E0A3-79E2-9956815DF9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28913D0-283D-464A-3868-C3C1AFDBC5B1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0C1B20AE-8AB9-F4C1-F996-CE63FA0EED19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473D5A56-522B-7C5F-8B2A-4DC08BE77F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6086B7D6-6C2E-F76A-B132-B42B7AF3D484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3EBA7FF0-8819-E350-E73F-2BBEFB0634CA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2316B229-60E4-584C-32D7-ACC4D3664230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B7E8B443-2DEC-4B3B-0098-742DD0A351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C87A7FFB-715B-AAFB-944C-63B05C1ADF72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3E8056B7-EBFD-5A22-23FA-6D9BF8E21332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760722DD-39D9-073A-1CE2-80B7B79FFA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13757095-4409-5EE6-3F82-ACFACE3F0D95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3A36AB43-AB57-F210-2227-B65403E25187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9055598-D55C-1FCF-4BAA-BF03256000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55BFE43-CAAE-8634-0355-BD872F4685CF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D6B74623-7B2D-40FB-56E9-ED573D305211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1A243EA0-719C-C47A-5768-0E8BEE1528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3954309B-66D3-97E2-C19C-1426186567C6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EA5B5746-591E-1EAE-C654-A5827853B8F4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33F5087A-7E34-6428-2508-3DE187D6CE29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3A909457-C533-DBE3-08CD-2390A9C3E3B7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 – STFT vs SST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A06CC56-9DF0-2583-485C-781E6231F31C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4ED3AFFE-DCF5-380F-8EF0-F9891D954565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4" name="TextBox 45">
                <a:extLst>
                  <a:ext uri="{FF2B5EF4-FFF2-40B4-BE49-F238E27FC236}">
                    <a16:creationId xmlns:a16="http://schemas.microsoft.com/office/drawing/2014/main" id="{34BBACDE-E33A-335D-A872-CA044500EDD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32BB9C26-F1B8-30AA-2D27-E50E120AF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8" name="Graphique 27">
                <a:extLst>
                  <a:ext uri="{FF2B5EF4-FFF2-40B4-BE49-F238E27FC236}">
                    <a16:creationId xmlns:a16="http://schemas.microsoft.com/office/drawing/2014/main" id="{992CB11D-C1E2-DCB3-A4F9-0B3A3B0A1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383523F0-2E89-2688-0621-7E11A94B10FD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30" name="TextBox 45">
                <a:extLst>
                  <a:ext uri="{FF2B5EF4-FFF2-40B4-BE49-F238E27FC236}">
                    <a16:creationId xmlns:a16="http://schemas.microsoft.com/office/drawing/2014/main" id="{83A2DDC5-6BD9-BDAC-9465-B796D98ED5B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334F4ACD-4805-3BE9-D857-74849C65BE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EC91461E-3655-0809-2966-5EC06C9C6C1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5FE1D220-7B89-0BC7-9C8E-B833B1588E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" y="1471981"/>
            <a:ext cx="5943561" cy="47568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1F062E4-F52A-DE2C-EE27-F839D6092F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15385" y="1455517"/>
            <a:ext cx="5999648" cy="48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53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487B-40ED-DF0C-15F2-86A5A385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33C248E8-32BF-9B29-5E73-BF1A1B1EB762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13588114-52C3-C2D7-C7D9-55304F37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18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D16A317-5FF8-D0E9-8292-81DBE6504BD4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8EC5231-FD88-3FD2-C5C6-0BB6F875CCBE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568CB3A5-E6F9-6C24-B978-F092CA73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D7D34F7E-FFB6-907B-74D6-480462186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CE02D2-3E5E-6668-3F7C-0AA9B942EA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0D1DE605-6BF2-5AB4-4F13-395D7482F33F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2EE1F291-D01F-5C03-903A-5973E15D8FC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05ACCAE2-470D-B3BF-0682-A206147FF47F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DF3FCC53-E1C2-4209-2369-9E6EEA9C8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AEF07293-32B4-9F83-E210-CBB44C8368BD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1A0C7CB3-7CE5-8EC8-24E0-E34A195F5811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91C7F8F5-911E-E514-2ECC-64C5BCEA16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CDB25C8D-AD0A-9CB6-7C0C-3D31F3F83E0A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0C5A860D-4922-D8FA-E4FA-4C59AF697227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EA447880-587E-377F-3A07-FA27582BDF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F8497A34-D66A-3EA8-2C08-7B5650731EFB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5B8A348-D080-134F-2940-18DFBC521BDC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E56A2662-AA66-6D32-4B70-A2BA2ECE13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7C7C4BB0-7BCB-EA1B-D29D-47C5898503A7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991D3F0-7C8B-D8BE-DDF1-415EC76FAC2B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0B3586AE-A6FD-E91D-853B-D02710E00771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D92DCDEC-DCE9-C7A7-3095-D1C05394CA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4F6B04C-3BD3-21F5-99F3-2D5AB08A90A3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6D4DF64F-93F0-643B-68BD-FE6480319124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03FE8383-B3F9-36C1-F55A-14665ED829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CFF08811-43BD-ABF1-F6AB-B6D87E0331B2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854E48EC-1ECE-5EC3-0638-2AC218EDFA11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DBAB15E7-09B3-BCED-64D0-532B3D0966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1E322BD2-E0DA-93AB-90BB-1E2449AEBB00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33CABFB2-4CD6-AA28-E479-855CCA904AB8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9DDB299D-CDE9-FE29-0888-90C7F3654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C75DB69C-E8DC-E4CD-023E-9AEAB23F377D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186B91F8-87FE-19C4-D72C-6D71BE019CF2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8DF08A8-3313-3D65-A6E9-EBEE6D18AC3E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1AA1BF9B-760F-75B1-308E-42F28E0A62A2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5E37090-DAD1-F848-CA79-395BC65303CA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9C1CE15C-408C-428D-1F78-19C88F90A1CA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1" name="TextBox 45">
                <a:extLst>
                  <a:ext uri="{FF2B5EF4-FFF2-40B4-BE49-F238E27FC236}">
                    <a16:creationId xmlns:a16="http://schemas.microsoft.com/office/drawing/2014/main" id="{28A12522-7DD7-AD37-41CD-15E5228B795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4" name="Graphique 23">
                <a:extLst>
                  <a:ext uri="{FF2B5EF4-FFF2-40B4-BE49-F238E27FC236}">
                    <a16:creationId xmlns:a16="http://schemas.microsoft.com/office/drawing/2014/main" id="{0D2B01DA-A513-663B-3E0B-345042D1C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117D1BE5-8756-BCCA-4CF3-452CF427E3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8" name="TextBox 45">
                <a:extLst>
                  <a:ext uri="{FF2B5EF4-FFF2-40B4-BE49-F238E27FC236}">
                    <a16:creationId xmlns:a16="http://schemas.microsoft.com/office/drawing/2014/main" id="{399438F4-926E-1178-3A61-2DBAC88AB6E1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95E7FBF8-076F-7E3A-BDF9-1A73E92AA10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EFDBA8EB-1BD8-CB25-E7AC-1A003A49DB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20" name="TextBox 45">
              <a:extLst>
                <a:ext uri="{FF2B5EF4-FFF2-40B4-BE49-F238E27FC236}">
                  <a16:creationId xmlns:a16="http://schemas.microsoft.com/office/drawing/2014/main" id="{3DA9EECD-1725-E237-47C1-EC653B0D0C8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31" name="Image 30">
            <a:extLst>
              <a:ext uri="{FF2B5EF4-FFF2-40B4-BE49-F238E27FC236}">
                <a16:creationId xmlns:a16="http://schemas.microsoft.com/office/drawing/2014/main" id="{2BB87DB4-3D64-CB1F-AEDC-FEDC3F7F9B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492" y="1233757"/>
            <a:ext cx="6035508" cy="5004077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51B8E048-62B5-BC87-1DDC-95E652E9D0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2207" y="1466478"/>
            <a:ext cx="5984809" cy="481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72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ADE2-50CD-AAE9-739B-8AF6727F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DF900D5D-1623-B001-C24D-5B00D95840EB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011017D7-ABFE-CF34-C884-6EDA6C9F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19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48B055B-E5E6-BFC8-A2EC-BF74B0D4A535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7573140-D757-3FC9-5093-0CD392CC3E5F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E4DDB0FB-18C0-03EB-C5DF-6B940EACE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72F495C5-A206-E70A-298E-C414DD4B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B80F163-6C42-C573-E544-1EFA2799482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D8D94E4F-701D-F28C-A48C-6D0E39B8A142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FD9FE460-1F74-97F7-AF41-ED04C015844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D0891E24-EF37-DA33-9536-80926A55D112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F60BCF75-B991-15F5-C151-85DDC37F86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5CD13AF2-B2F4-1C54-57C1-634D88887133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F5B130D3-5BCE-89DA-0415-943DE70B3F5B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C8200EF7-8C50-4D0D-B8D3-7273341DFA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C565C141-183A-A357-AC63-1482CD7489BC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96913DBA-4A42-5216-F614-339A5CEC2DA9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6D956340-DF59-52CC-369C-0B3F2D63A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474F3EE1-87A7-6946-2E9A-D5C863CE04F3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51E77E7A-A83E-2E9D-8E81-ABE81D251679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F159CE85-F84B-FDAA-5FC9-AE251B3405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37AD596D-12D6-4BE9-2367-7AC0FB7A4ACF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B4A0528-EB8D-8964-EDBF-E418534EAC27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2826CA50-BFA8-57ED-3B0B-1C25879B6989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0ED460F-2CE3-1560-B94D-F40780D3E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21163EFD-6933-3FC4-38FA-BD36D78A5166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9F0BD35E-345D-3552-359B-E5EE7CA57E5F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2D44CCE0-5404-3D48-4C38-706518A128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D297C84D-DFED-F34D-C931-4FFF047824AC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4B6D7DDF-D8C2-5AA0-7F09-9FCA07BDE62D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D5C7D8DF-7AEF-28BD-8CF2-47DEE36DC0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FEB59FBE-CC52-94F3-C369-CB089628C8DF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7E2A3D2C-8DCE-46F6-B57E-0D0090FDDF7E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2BFCC070-4029-8663-3524-B050E2A15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71B90D69-D8D5-08D4-CDFF-1DC87B8D1052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1532C61E-7C41-D080-1B1C-ABBF0777FF5E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324C84F-EAE5-AD06-9D36-DA88EEA52A2A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C8AF6B7C-DE5F-F643-9841-A0160BE02A5C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D2F067C-78EF-0225-1077-B486B55E734D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DC91E944-1225-C471-9BA2-C6A39D52BC92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1" name="TextBox 45">
                <a:extLst>
                  <a:ext uri="{FF2B5EF4-FFF2-40B4-BE49-F238E27FC236}">
                    <a16:creationId xmlns:a16="http://schemas.microsoft.com/office/drawing/2014/main" id="{B54A6ED5-B720-18D4-2CD2-275A00A7592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4" name="Graphique 23">
                <a:extLst>
                  <a:ext uri="{FF2B5EF4-FFF2-40B4-BE49-F238E27FC236}">
                    <a16:creationId xmlns:a16="http://schemas.microsoft.com/office/drawing/2014/main" id="{8D81F494-C1FA-67C2-AF6C-A4E1B662C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6AE935E6-EE84-979C-E9B0-3A14F46116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8" name="TextBox 45">
                <a:extLst>
                  <a:ext uri="{FF2B5EF4-FFF2-40B4-BE49-F238E27FC236}">
                    <a16:creationId xmlns:a16="http://schemas.microsoft.com/office/drawing/2014/main" id="{F92D5F09-88D4-DE04-53DC-B14A7FFFA07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D43F7B22-911C-C77D-41CA-A9C42B3DCB9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E1B9C021-4ADC-EA05-7EFF-8372D4AD04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20" name="TextBox 45">
              <a:extLst>
                <a:ext uri="{FF2B5EF4-FFF2-40B4-BE49-F238E27FC236}">
                  <a16:creationId xmlns:a16="http://schemas.microsoft.com/office/drawing/2014/main" id="{3C97A0D3-B3EE-2A0F-9B22-6C5879F4AA9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44" name="Image 43">
            <a:extLst>
              <a:ext uri="{FF2B5EF4-FFF2-40B4-BE49-F238E27FC236}">
                <a16:creationId xmlns:a16="http://schemas.microsoft.com/office/drawing/2014/main" id="{D5A6B23F-AD19-E5C5-6BE3-579A2F0CCB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" y="1444350"/>
            <a:ext cx="5767455" cy="4797895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4EF61E3-CB75-BCED-2EC8-7F50EBFA84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4187" y="1541583"/>
            <a:ext cx="5826029" cy="468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93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09B3-823C-5342-91B2-1E793F9F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BF1B1B15-54E0-8A29-9282-EE14E71FDB24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ACA342D2-284F-2C9D-12CD-BFA1E028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20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0613EB3-DD20-7202-1859-9D9E4F079FE4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FB856D9-F0B5-236A-3E8B-CB4FEA182E79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5B8F3C61-A394-C4EB-9CCF-5CDDDECC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3057D6D7-B5D5-1A28-9E0E-00D3D50FF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2010F4D-64BC-C464-CD64-E52C48553CC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BE6CE8CC-5D5E-3477-FF9E-870AD9F2A922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E9BC0A03-CE15-BC8D-B7BC-911A3A09958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D1D1EE86-9D26-517F-E9D8-DF5E9033730B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2EBA38B8-0EA9-5C13-EB8E-DA87C8BA7B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C8D41013-40C1-6968-9BA0-8E78E4C24B43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41D72D6-22E9-EFEE-82E3-5BB52BADF5FE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427FAF98-BDDE-2028-105A-DFDA6125CA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296BD4-89ED-9123-C976-B9F1424D34ED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3DC2511C-BBF2-755F-9C17-94C6B60C3563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D93F0F4A-3151-71E1-F56C-2BE55195D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0593FDE9-04D1-962D-D6EA-7EC92DE99E4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C457ED8-F13D-1136-A498-0C16E0CF9334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3CC5BDDA-EBB3-3CB4-2212-DBFEDCC303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CF86DB46-06F7-CF2B-F202-58C32CFAB050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C6A1FDBE-EE4F-C4AE-30B4-6B633DCA49D9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8466D835-B3BA-7277-4C7C-50CFB8349668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317F29C5-30DB-F2B0-BC53-C9B92F032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55DF5A5E-8E97-A5D2-AD71-66F4CE2495DC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FCFF917F-8BC2-400B-72CC-06315E0C26C6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B6EFC995-266D-A702-E038-5D7DCE318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D790D50E-B9D7-81CA-D753-4F07831EE469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69666C18-FF17-C72A-A55D-662A0FBBEE65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0B57ED7B-AFAA-CCAA-4D1D-0154D3139A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CE0E7617-6D93-424E-FB30-7B9F75869001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438F4E79-C6A8-4788-9A27-8084D596E45C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15E554F6-1E02-EF43-97C6-713AA5BD8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2762D159-4D4F-5655-9760-3E3A175FA538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BB33829D-E1B8-CD99-E34E-A7DBC4528207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B48A080-6C36-122E-75D2-A8C3D6B1C27A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7DD13724-C1BA-7828-4739-684380171F4B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SST-SVD – STFT vs SST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E911CB17-4321-ABD9-E2F0-8638EC183B15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77FBAC3B-36F7-F0C7-A004-970DD3CDCE9D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24" name="TextBox 45">
                <a:extLst>
                  <a:ext uri="{FF2B5EF4-FFF2-40B4-BE49-F238E27FC236}">
                    <a16:creationId xmlns:a16="http://schemas.microsoft.com/office/drawing/2014/main" id="{78572ED2-269F-EBB7-CF84-9BF6070BC10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26" name="Graphique 25">
                <a:extLst>
                  <a:ext uri="{FF2B5EF4-FFF2-40B4-BE49-F238E27FC236}">
                    <a16:creationId xmlns:a16="http://schemas.microsoft.com/office/drawing/2014/main" id="{E5CB9852-9B32-40FF-6511-FC3464074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28" name="Graphique 27">
                <a:extLst>
                  <a:ext uri="{FF2B5EF4-FFF2-40B4-BE49-F238E27FC236}">
                    <a16:creationId xmlns:a16="http://schemas.microsoft.com/office/drawing/2014/main" id="{65A1A841-FADA-F5A0-3A55-3135955090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29" name="TextBox 45">
                <a:extLst>
                  <a:ext uri="{FF2B5EF4-FFF2-40B4-BE49-F238E27FC236}">
                    <a16:creationId xmlns:a16="http://schemas.microsoft.com/office/drawing/2014/main" id="{0A4A968A-B1ED-0F7C-3505-6C8033F89D0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30" name="TextBox 45">
                <a:extLst>
                  <a:ext uri="{FF2B5EF4-FFF2-40B4-BE49-F238E27FC236}">
                    <a16:creationId xmlns:a16="http://schemas.microsoft.com/office/drawing/2014/main" id="{3A91BF1E-408B-DCE5-9502-0CFFD9405F9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A388A5D0-E4A9-E477-1FB8-59E93BE22B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B168C73D-0349-55DA-FE06-298B2D2CD6B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724C4D30-6153-C556-8A0A-85FAC6F175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946" y="1401373"/>
            <a:ext cx="5937620" cy="483646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FED03F4-C2BC-3EC5-878E-614EFCBE3F1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09995" y="1307388"/>
            <a:ext cx="5978913" cy="491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3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E004C-7E70-00BF-339D-60EB104E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D7D542F1-4B5C-B5C2-40AC-29B83300A091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FBA61BD4-D41D-BE90-9862-990D4152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21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A893FA6-4941-CE94-35AF-A43A2E02A02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3FEC3A1-B8D9-8DBE-825B-CF9D4AF81985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3361CA93-6AE3-0E2A-4663-67FEDD7A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D361B303-F013-8F13-5B03-6CAA0FE3C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90E2161-FF59-26BD-3F05-344A56486ED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01EF1C52-9CA5-E137-1B96-903DABEB4B96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93DAF943-AABB-6AD9-6757-61974CAAAA5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CCC5C607-B2BF-4E78-E5F8-DDB77FC573B4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FC578586-20DA-DB32-D863-1D2971E3C2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2E47C5FE-75C3-71E8-B9FE-C001A526833A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6D08FDD0-813C-CC86-D774-551088E0471E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05D30364-F660-30CD-7066-627D4BD8FA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91C13D-A340-0D3D-57AF-E09E0754B8D7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479EF706-D62D-D671-497C-09FD4BDA7B7A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D9AB2295-4F2C-63D7-704B-C4F1031A3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907A720B-93E6-DF5C-2231-180BB20671DE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3899D613-969A-990F-CEA1-58A982D4E854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2586B325-3ADC-8593-CE25-6AC7EA6AAC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E78AC254-4D33-72ED-DD89-84C777B406EF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E77F8B09-C980-2CB4-77A5-B4FF4DAAFC0B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4CE1C6F1-112F-BFDD-7DBC-335039D38557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655B7FBD-A726-9048-6A53-5CC8DC8E2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F1F0B58A-00C2-1C3B-6167-5A51C5ADD53C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39AD58A3-A02C-0980-9E4A-0F54A0C0C4F4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A97573BC-C1EA-CB08-2976-22C022538A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B1DB8119-CB72-553A-F4A2-A93BF94FE513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2C183C57-FE0A-0168-E710-44E500E73D09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FBC62F5C-5EC2-61E5-B7F7-257D240F56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9A00F9C4-DA44-FCE9-2387-18D449263B59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18B67FDB-BEE4-3A75-0D06-AFC659F48E05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321531A5-0E69-F280-5CDD-C9CB716ED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2540F5E2-304B-E75A-6976-8425E9BF5328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7B502073-F8FF-8E63-66B7-8C5F648128CE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C770C48-3D73-6A14-2E20-B25D77F81774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FCACF846-9F8A-1BAD-C0EA-EF7C71B8EA7F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346C454B-09DD-F267-7610-8A4339AA6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31968" y="1088509"/>
            <a:ext cx="5662381" cy="5056002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5AA43140-81C4-E8B4-BCCD-B8200D891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21886" y="779596"/>
            <a:ext cx="3199439" cy="2657161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4B9CE53A-DD6C-E462-3BFB-8E6B47A0A4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11521" y="3522040"/>
            <a:ext cx="3212502" cy="2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57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6F0E-FB7E-8751-7C62-1F11F974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C59DB1D7-7C85-6A99-F3A0-15366A6CA1CD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0F97B053-6BA9-FFFB-E24D-BDE1EC72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22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892A66A-A1A5-34AA-6BEA-8B67861CAAA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99521C8-6E34-C2F2-CE80-A66C9FBEA6A9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A5DD8777-9DC3-1028-F5D5-AF206FB43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32871AB2-F6C8-9201-08B2-26931BBD0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15EB110-4D07-250F-F878-149639FB41E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05718D1C-8208-88D0-78B1-0328335F2B64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F0259C45-5C7E-8DA5-A281-84D9720643E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81B115FD-6A5C-F276-D78C-09040FE48085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10F77F80-1E6E-9879-185E-C0174218F0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051BAC5C-C368-7DFD-95F0-C8748CAC1DFF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A470D9BC-B550-9EDE-6B16-A3F7BAE7881A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755E7E8F-9667-DB98-B0A0-2E10345719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8741689-402C-FB60-3BCD-78D1AC3C647B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67040719-FCB2-DF33-ABBF-FE25C0527EB4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71B591DF-A954-277B-4A17-DF28189961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A01046B5-0B3E-FF3F-3C94-A95B69081E01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198510CC-412C-A9BC-84EB-421D406DA929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ADC9B333-873C-5530-445C-1843252598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FED357B7-CEC4-4DCB-69FA-F011EDF04F4C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164E73B5-8EE5-012E-7132-43A809E506D6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297964F7-0B5B-654D-6307-0B6C3F334E34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7DE5137B-D7A7-D11D-9F0D-ACC5CE44D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CAAE5D27-9441-C03E-51F4-BA963A9CCA28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29E73C41-0606-2E07-9A6E-2E0DE7507ED5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0C5504CE-B6BC-E3AE-3BCE-C905685BBC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6843D921-36C4-FABD-C918-8F45163B43BE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DC26ABE5-FC1C-09B9-D8AB-A47DB22FC200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62B2B5B-B85F-9C14-C6CE-9F611B3153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9135E9ED-8CB9-2265-891B-437B97DFD773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154F59DB-4AE9-C0FD-2D3F-1CC2509A34B9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80CA9598-3F5B-D7C9-3889-16B3C7452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38FA1DB8-C6B0-57E2-B1A2-C56A5B752E41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8CCF2E23-5376-337B-A0E0-371912521380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E45E7D4-5DF9-611B-3453-B6B77D018C52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F1883340-2E50-1AEF-79B4-385CB6C2EFC6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 – PDF Stable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7983E4-30C9-A405-C58F-643C7A5E12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66" y="1332412"/>
            <a:ext cx="6121444" cy="4897855"/>
          </a:xfrm>
          <a:prstGeom prst="rect">
            <a:avLst/>
          </a:prstGeom>
        </p:spPr>
      </p:pic>
      <p:sp>
        <p:nvSpPr>
          <p:cNvPr id="30" name="TextBox 45">
            <a:extLst>
              <a:ext uri="{FF2B5EF4-FFF2-40B4-BE49-F238E27FC236}">
                <a16:creationId xmlns:a16="http://schemas.microsoft.com/office/drawing/2014/main" id="{BFE7A12E-56F2-32E8-67E5-2A10A8B5C8A5}"/>
              </a:ext>
            </a:extLst>
          </p:cNvPr>
          <p:cNvSpPr txBox="1">
            <a:spLocks noChangeAspect="1"/>
          </p:cNvSpPr>
          <p:nvPr/>
        </p:nvSpPr>
        <p:spPr>
          <a:xfrm>
            <a:off x="2005703" y="984863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Displacement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D2456019-57EE-B014-3D45-EAA421649025}"/>
              </a:ext>
            </a:extLst>
          </p:cNvPr>
          <p:cNvGrpSpPr/>
          <p:nvPr/>
        </p:nvGrpSpPr>
        <p:grpSpPr>
          <a:xfrm>
            <a:off x="4251704" y="610024"/>
            <a:ext cx="4045846" cy="749677"/>
            <a:chOff x="2710400" y="1408714"/>
            <a:chExt cx="4045846" cy="749677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3974780C-F516-C99E-4F61-5217BE431168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11" name="TextBox 45">
                <a:extLst>
                  <a:ext uri="{FF2B5EF4-FFF2-40B4-BE49-F238E27FC236}">
                    <a16:creationId xmlns:a16="http://schemas.microsoft.com/office/drawing/2014/main" id="{1F7DE048-825B-5092-4EB5-7022928729C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12" name="Graphique 11">
                <a:extLst>
                  <a:ext uri="{FF2B5EF4-FFF2-40B4-BE49-F238E27FC236}">
                    <a16:creationId xmlns:a16="http://schemas.microsoft.com/office/drawing/2014/main" id="{CB172D59-FAB9-684C-8336-4372F908D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13" name="Graphique 12">
                <a:extLst>
                  <a:ext uri="{FF2B5EF4-FFF2-40B4-BE49-F238E27FC236}">
                    <a16:creationId xmlns:a16="http://schemas.microsoft.com/office/drawing/2014/main" id="{4D6625D1-36ED-5EAA-0A0B-43E988B9B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14" name="TextBox 45">
                <a:extLst>
                  <a:ext uri="{FF2B5EF4-FFF2-40B4-BE49-F238E27FC236}">
                    <a16:creationId xmlns:a16="http://schemas.microsoft.com/office/drawing/2014/main" id="{D1C18FD4-5B86-FDD1-E05D-BCB1501050F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17" name="TextBox 45">
                <a:extLst>
                  <a:ext uri="{FF2B5EF4-FFF2-40B4-BE49-F238E27FC236}">
                    <a16:creationId xmlns:a16="http://schemas.microsoft.com/office/drawing/2014/main" id="{AF16C663-28C1-B569-C042-0C3E0FD1DD6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462C26D4-B106-4ADB-B336-90177B2BA2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F24CBCF9-A820-6BBA-D9BE-45C595603A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E5BF6BE6-8F88-3905-F1B1-F4E60C447E7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50286" y="1342929"/>
            <a:ext cx="5970104" cy="4758262"/>
          </a:xfrm>
          <a:prstGeom prst="rect">
            <a:avLst/>
          </a:prstGeom>
        </p:spPr>
      </p:pic>
      <p:sp>
        <p:nvSpPr>
          <p:cNvPr id="35" name="TextBox 45">
            <a:extLst>
              <a:ext uri="{FF2B5EF4-FFF2-40B4-BE49-F238E27FC236}">
                <a16:creationId xmlns:a16="http://schemas.microsoft.com/office/drawing/2014/main" id="{02BC823D-9975-1B09-E71E-5E2314F24761}"/>
              </a:ext>
            </a:extLst>
          </p:cNvPr>
          <p:cNvSpPr txBox="1">
            <a:spLocks noChangeAspect="1"/>
          </p:cNvSpPr>
          <p:nvPr/>
        </p:nvSpPr>
        <p:spPr>
          <a:xfrm>
            <a:off x="8137048" y="948015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Velocity</a:t>
            </a:r>
          </a:p>
        </p:txBody>
      </p:sp>
    </p:spTree>
    <p:extLst>
      <p:ext uri="{BB962C8B-B14F-4D97-AF65-F5344CB8AC3E}">
        <p14:creationId xmlns:p14="http://schemas.microsoft.com/office/powerpoint/2010/main" val="3625987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CC90-1F22-BB2F-31B0-7C0FEE28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7C9B7757-1595-C28B-D8DF-2E7168AA85EC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1157F7B9-D51B-FAEA-412B-24244172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23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C3E72B8-8239-2D19-2AF5-9954A496ACC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8F11B45-00BD-6D19-52FF-81E7252A48E7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927BCD9F-BC28-F76D-A4F2-D00ADDCA9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8C7407C-5C0B-6B12-E035-826790084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0C5CC7B-B90A-C906-48B1-5F68ADA5FC5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6E546954-E5BE-6247-8F1F-3A7EF7B91958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B784A2B-9D71-EFA6-CB57-0E02ED1BD8D7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20E0BAE1-438D-3643-5CE3-06FD0163E354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EDF37523-CF11-CAA3-343B-FB0944C181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5095838D-9862-1FF5-63BF-DA9018BF7F23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C9D4394F-AD69-4F51-B2D7-A2DD29FE06A0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65DF69E2-3B51-2EF0-96FB-5E32A07C9F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C2CAAE56-514A-FF9A-0042-83A8E947A648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989B129D-BCD9-E0E6-0D37-B49EA51CA5DB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3919B5D1-864B-2D50-EDE3-ACBDCF0B8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268A4C9-A301-302D-FF8F-50A9E15DE801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D853FCC5-2C75-1563-9443-180F318C1962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EF1E29C7-205C-357E-75EF-332883ED77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8DB4E217-142F-6578-2F7F-1BA676290141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1A05278F-2BD3-C33D-0782-80C5D11706C6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5BF0F86A-3204-74B5-9340-0F18D8B226B3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B625911D-3D3F-FE18-AA28-0B4744E2A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6683829A-A124-61DA-1BEB-0FA24A9DC1A8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4CA8E7A3-1311-EE47-1D81-C6573F4C5387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B5E4EBE7-8A1A-4485-8D98-2798AAF4C9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A6D1C590-9D98-9B1F-9CF2-46F025237194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ED589377-61A0-F967-4F74-BDF444B9A0A6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18A08CEA-6BBF-F604-5A4C-11E8DD8262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80AC295-600B-74AF-4902-7994F58B9BD0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F6DA5584-EA86-1CE8-DD7C-3CAD0D828C3C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05B9094D-1231-37AC-D18B-015826F4A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406031E8-CA60-20FB-F80F-5AD07C8639F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2F23BEA5-568C-D12F-C866-4ADAC3511F3A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A784CC04-1E7F-409F-1CD5-0329B0A37B61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67AC7E65-EB81-9834-CF84-9A9FF8C9FCB8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C916E89-BABC-5521-329C-2DFCE9CEE62B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1AEB760C-45ED-B58D-B35C-2F14C3699C7B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7" name="TextBox 45">
                <a:extLst>
                  <a:ext uri="{FF2B5EF4-FFF2-40B4-BE49-F238E27FC236}">
                    <a16:creationId xmlns:a16="http://schemas.microsoft.com/office/drawing/2014/main" id="{59008F6C-EA69-0CDD-A392-9EC1468ACD4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8" name="Graphique 7">
                <a:extLst>
                  <a:ext uri="{FF2B5EF4-FFF2-40B4-BE49-F238E27FC236}">
                    <a16:creationId xmlns:a16="http://schemas.microsoft.com/office/drawing/2014/main" id="{5388CCCC-C226-4038-771A-5C00CD329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9" name="Graphique 8">
                <a:extLst>
                  <a:ext uri="{FF2B5EF4-FFF2-40B4-BE49-F238E27FC236}">
                    <a16:creationId xmlns:a16="http://schemas.microsoft.com/office/drawing/2014/main" id="{4F707AAB-9E89-73BA-CB8C-E8F6C02ED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10" name="TextBox 45">
                <a:extLst>
                  <a:ext uri="{FF2B5EF4-FFF2-40B4-BE49-F238E27FC236}">
                    <a16:creationId xmlns:a16="http://schemas.microsoft.com/office/drawing/2014/main" id="{0C3A11B1-D732-2D05-2D5B-6FD3633ACDE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11" name="TextBox 45">
                <a:extLst>
                  <a:ext uri="{FF2B5EF4-FFF2-40B4-BE49-F238E27FC236}">
                    <a16:creationId xmlns:a16="http://schemas.microsoft.com/office/drawing/2014/main" id="{D6B6DB8D-2FF8-6E0B-C078-6C3816256159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0664B9F0-41EB-04CA-765F-9A4AF7D65D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B2D053F6-3C21-A7AE-C854-DC8C370E793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sp>
        <p:nvSpPr>
          <p:cNvPr id="56" name="TextBox 45">
            <a:extLst>
              <a:ext uri="{FF2B5EF4-FFF2-40B4-BE49-F238E27FC236}">
                <a16:creationId xmlns:a16="http://schemas.microsoft.com/office/drawing/2014/main" id="{E966CA17-5C82-DDE3-21C7-FF4788206472}"/>
              </a:ext>
            </a:extLst>
          </p:cNvPr>
          <p:cNvSpPr txBox="1">
            <a:spLocks noChangeAspect="1"/>
          </p:cNvSpPr>
          <p:nvPr/>
        </p:nvSpPr>
        <p:spPr>
          <a:xfrm>
            <a:off x="1558518" y="1360494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Displacement</a:t>
            </a:r>
          </a:p>
        </p:txBody>
      </p:sp>
      <p:sp>
        <p:nvSpPr>
          <p:cNvPr id="60" name="TextBox 45">
            <a:extLst>
              <a:ext uri="{FF2B5EF4-FFF2-40B4-BE49-F238E27FC236}">
                <a16:creationId xmlns:a16="http://schemas.microsoft.com/office/drawing/2014/main" id="{570130F1-ED7B-5455-0412-97D531CE9583}"/>
              </a:ext>
            </a:extLst>
          </p:cNvPr>
          <p:cNvSpPr txBox="1">
            <a:spLocks noChangeAspect="1"/>
          </p:cNvSpPr>
          <p:nvPr/>
        </p:nvSpPr>
        <p:spPr>
          <a:xfrm>
            <a:off x="8019171" y="1367085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Displacement Zoom</a:t>
            </a:r>
          </a:p>
        </p:txBody>
      </p:sp>
      <p:pic>
        <p:nvPicPr>
          <p:cNvPr id="1027" name="Image 1026">
            <a:extLst>
              <a:ext uri="{FF2B5EF4-FFF2-40B4-BE49-F238E27FC236}">
                <a16:creationId xmlns:a16="http://schemas.microsoft.com/office/drawing/2014/main" id="{E1A9BC75-6CAE-BB94-A444-29D2157F49D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804" r="1"/>
          <a:stretch>
            <a:fillRect/>
          </a:stretch>
        </p:blipFill>
        <p:spPr>
          <a:xfrm>
            <a:off x="209782" y="1642361"/>
            <a:ext cx="5724939" cy="4569465"/>
          </a:xfrm>
          <a:prstGeom prst="rect">
            <a:avLst/>
          </a:prstGeom>
        </p:spPr>
      </p:pic>
      <p:pic>
        <p:nvPicPr>
          <p:cNvPr id="1029" name="Image 1028">
            <a:extLst>
              <a:ext uri="{FF2B5EF4-FFF2-40B4-BE49-F238E27FC236}">
                <a16:creationId xmlns:a16="http://schemas.microsoft.com/office/drawing/2014/main" id="{EA2474D5-7C32-1D1C-5FD7-4EB805FBA8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1643" y="1715824"/>
            <a:ext cx="5724939" cy="459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34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92E6-F33F-853E-ED82-E78DD284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C8E0551B-CC05-68E4-7709-FF4B41F02B5C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6689BCF0-F265-18A4-1381-8C907DE4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24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F716AFA-EEE1-A2AC-1381-70BE04E3A50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F3FC936-E901-0F99-D864-B36882FC7069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D5AAAD18-EA36-78C3-59D2-AC9A884F4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2A7A3AC-DF0E-1A63-2510-628F5DAB2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6477139-D3F9-3D5F-311F-87E8A99ABEF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D13EBF32-2345-ED8F-A827-6FA6795C1E8B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05D1D2F4-4B63-F132-CFCF-2F124B9FB14C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860D03C7-C938-C58A-C4A8-D2DB93EA2992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7E77442B-A03E-8E1B-3361-B34221F5F2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2AB12FC0-2848-A586-F65B-09EB570784A4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50ABA0CF-C4FC-3A30-1697-CAA5BDE105A2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E07CD663-04F7-6618-B987-17B191EFAB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D533BDFB-39DB-5CCD-5104-537949552AFA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7399607C-902C-BC70-98E7-C67B66EEA520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0297E6EA-45C9-9781-EBC2-4B9B53DBE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3FFDB182-CA91-33C8-2ABF-C9D6C85613ED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944D6CC4-F455-727B-4760-E992F17E265E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E724E074-AF9D-C1B7-2287-81CE726C0D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32213EB-A54F-3417-7D25-6D3946717804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D35BF4C4-13E0-CECF-8B37-F04D20776567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80499C66-4057-6572-CAC8-04D30F439812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471C48C9-4D49-E587-358E-84507D5E9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EDE92008-0094-4C61-227B-F80E8DF1C600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92793E6C-ECCC-06F4-DA93-D8E0AE692C38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BC946018-6330-7209-A686-A705E374B3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7157984A-B134-512B-321D-D3291F369760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921C232C-7267-6CCA-BE86-BDC5CA680A01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89EDD976-383C-F2B0-D7AB-B56F2D8C8C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D99E603A-AC88-6FEB-7988-F8DD1B155AFD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7FA79830-30E9-6779-A382-2E91554F607A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1CEDB1F6-16A7-3DBB-21B2-9D32D08EF6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4259C44C-2086-9F44-B3C6-948B62549650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D4A827B8-E1B2-3008-BD18-E901EFB17932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F5FBD11-10EF-7F0A-D19A-613B6702F435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8945A081-509A-07A2-C60C-95AC9AADF7B9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C303555-6A8A-0A09-2F45-6ED9C4B0045A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47255AA6-02E0-975C-8692-DD9BA661C196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7" name="TextBox 45">
                <a:extLst>
                  <a:ext uri="{FF2B5EF4-FFF2-40B4-BE49-F238E27FC236}">
                    <a16:creationId xmlns:a16="http://schemas.microsoft.com/office/drawing/2014/main" id="{9C8366AE-9D91-CBA3-B18F-8F9821E911B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8" name="Graphique 7">
                <a:extLst>
                  <a:ext uri="{FF2B5EF4-FFF2-40B4-BE49-F238E27FC236}">
                    <a16:creationId xmlns:a16="http://schemas.microsoft.com/office/drawing/2014/main" id="{3898A179-ADFB-8F21-B0CA-43F1CFBF3F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9" name="Graphique 8">
                <a:extLst>
                  <a:ext uri="{FF2B5EF4-FFF2-40B4-BE49-F238E27FC236}">
                    <a16:creationId xmlns:a16="http://schemas.microsoft.com/office/drawing/2014/main" id="{1BCC8E1B-C337-89AB-97E7-D01E01622D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10" name="TextBox 45">
                <a:extLst>
                  <a:ext uri="{FF2B5EF4-FFF2-40B4-BE49-F238E27FC236}">
                    <a16:creationId xmlns:a16="http://schemas.microsoft.com/office/drawing/2014/main" id="{173045E7-D545-3DBD-A6BE-8716CC94E5E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11" name="TextBox 45">
                <a:extLst>
                  <a:ext uri="{FF2B5EF4-FFF2-40B4-BE49-F238E27FC236}">
                    <a16:creationId xmlns:a16="http://schemas.microsoft.com/office/drawing/2014/main" id="{9FD06387-BC10-BE92-BC04-9B9FFEF3759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42154006-50F1-F018-2C7B-91123331E6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885239E0-6811-CE9F-85FE-4B9FCA99248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sp>
        <p:nvSpPr>
          <p:cNvPr id="56" name="TextBox 45">
            <a:extLst>
              <a:ext uri="{FF2B5EF4-FFF2-40B4-BE49-F238E27FC236}">
                <a16:creationId xmlns:a16="http://schemas.microsoft.com/office/drawing/2014/main" id="{D13E5D5B-05DA-E92C-6598-7F26C8490016}"/>
              </a:ext>
            </a:extLst>
          </p:cNvPr>
          <p:cNvSpPr txBox="1">
            <a:spLocks noChangeAspect="1"/>
          </p:cNvSpPr>
          <p:nvPr/>
        </p:nvSpPr>
        <p:spPr>
          <a:xfrm>
            <a:off x="1558518" y="1360494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Displacement</a:t>
            </a:r>
          </a:p>
        </p:txBody>
      </p:sp>
      <p:sp>
        <p:nvSpPr>
          <p:cNvPr id="60" name="TextBox 45">
            <a:extLst>
              <a:ext uri="{FF2B5EF4-FFF2-40B4-BE49-F238E27FC236}">
                <a16:creationId xmlns:a16="http://schemas.microsoft.com/office/drawing/2014/main" id="{2E1EA2A6-9555-22FE-0907-D8484DA7D9C2}"/>
              </a:ext>
            </a:extLst>
          </p:cNvPr>
          <p:cNvSpPr txBox="1">
            <a:spLocks noChangeAspect="1"/>
          </p:cNvSpPr>
          <p:nvPr/>
        </p:nvSpPr>
        <p:spPr>
          <a:xfrm>
            <a:off x="8019171" y="1367085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Displacement Zoom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C5DA4E0-A597-7DE5-FD9B-24358C79041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51" y="1770324"/>
            <a:ext cx="5530616" cy="442887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44BA464-2BDE-DD0D-BCBE-7EDE7B957F6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5000" y="1655059"/>
            <a:ext cx="5570352" cy="4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09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8849-1CB9-E738-D31A-68418014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2794EF96-6389-08E8-33CB-0EEB92EA6E9C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354C3350-F9CF-460B-C80A-B50B045E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25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C56873B-E011-E46B-8C44-E457240F855C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7021DBF-29AB-7F15-1127-0956EDA5D912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0B5DC8FB-110F-9800-0619-2D409BC48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19BAFE81-68EB-71D7-BA72-D142229A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460B65F-D919-D22D-5A7A-F7578A50A3B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EF454DBB-A410-D1B5-2B2B-8B0927F95179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0B5853CF-E30A-146B-55B8-E3F7A9E13732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7D61583E-B2BC-6638-95B5-3EF94A2FD450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06E1A16D-CF27-7117-C918-C2122D825C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28864CD9-4726-CAC7-7D87-D645B903F1DA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CDFC6D69-A74C-FC9A-8DB1-3262F31414B4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CC503836-C5F3-BFC0-D2BB-A35B455A09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120A6CC7-F4CA-8BC4-DECF-C1362FCD3066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F442FEDD-7781-DE9A-C078-AC65DCDC6038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17349199-1A62-7485-94FA-825601F05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7D7344E0-7956-1551-6A6D-1FC9BE5B55C4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77652CD6-61D4-AF22-0030-DC5542C29F8A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D2B00CB1-DC44-1441-EEE5-022FDE7850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E514311-B99A-C6FD-F844-66BDAB0B60DB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004D9A4-B46D-4DCB-4628-B05A0973F25A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EF62E86A-0EA0-227E-5626-3CCEF652A64B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520B13E-39E9-322D-D7DE-5468CE0CB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42CBDA9A-A69F-C1E8-F301-6801F4C5957A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EE888474-4FD0-B40A-9FAC-55BDCE6F0BB7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81AC0982-50F0-FD7B-2400-BBBF166C5A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5E4A530B-5D02-1CF6-76C0-89E52E16669F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C0486B0B-F408-940B-64D8-798EAFEF5726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080733C0-9796-CF81-B392-1A62B46D8E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F24C1017-8CBE-81E2-67DC-65EA63F16EFD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5EE1EE3A-9A9E-8941-FC1B-0C3E1B222F9D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A1641A15-DF5C-2EAB-85A2-2BF8BE3BB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7C42A6C9-4D11-75DE-0788-C1A5590BE672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21B6F9C8-048A-5DB1-0646-089D9566F4A9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3BEC7FF2-CE73-E23B-5C07-940F0105F563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C4B3227F-B269-DCBD-8BFE-C977D3AEE921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4B6661C-31A7-14D7-C59D-3CB3CCBF24CA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8DE0399A-623B-C460-7A59-4B2C62ACC781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7" name="TextBox 45">
                <a:extLst>
                  <a:ext uri="{FF2B5EF4-FFF2-40B4-BE49-F238E27FC236}">
                    <a16:creationId xmlns:a16="http://schemas.microsoft.com/office/drawing/2014/main" id="{6F6549F6-EF0C-9ABC-E1BE-24C27FF702C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8" name="Graphique 7">
                <a:extLst>
                  <a:ext uri="{FF2B5EF4-FFF2-40B4-BE49-F238E27FC236}">
                    <a16:creationId xmlns:a16="http://schemas.microsoft.com/office/drawing/2014/main" id="{C1AF85DD-9FB5-43CF-9C11-73A5CEE69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9" name="Graphique 8">
                <a:extLst>
                  <a:ext uri="{FF2B5EF4-FFF2-40B4-BE49-F238E27FC236}">
                    <a16:creationId xmlns:a16="http://schemas.microsoft.com/office/drawing/2014/main" id="{DC315DF0-A6F9-8846-0DAA-E59C464215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10" name="TextBox 45">
                <a:extLst>
                  <a:ext uri="{FF2B5EF4-FFF2-40B4-BE49-F238E27FC236}">
                    <a16:creationId xmlns:a16="http://schemas.microsoft.com/office/drawing/2014/main" id="{DB58EFDD-696C-19F1-64AF-2B2B50685F6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11" name="TextBox 45">
                <a:extLst>
                  <a:ext uri="{FF2B5EF4-FFF2-40B4-BE49-F238E27FC236}">
                    <a16:creationId xmlns:a16="http://schemas.microsoft.com/office/drawing/2014/main" id="{6C9BF7C2-6B95-1449-A22A-662E72E7CF6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8CDF439B-901D-CAF9-88E5-6E2857C096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9B6D4C25-4FE8-4059-D2EC-E18BC164F85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pic>
        <p:nvPicPr>
          <p:cNvPr id="19" name="Image 18">
            <a:extLst>
              <a:ext uri="{FF2B5EF4-FFF2-40B4-BE49-F238E27FC236}">
                <a16:creationId xmlns:a16="http://schemas.microsoft.com/office/drawing/2014/main" id="{34AEC157-0C2C-CE30-F8FC-FC88282A494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13" y="1597765"/>
            <a:ext cx="5647428" cy="4560949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64E98650-4C87-137A-1009-45D9DF8B0A9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0033" y="1694922"/>
            <a:ext cx="5653387" cy="4362501"/>
          </a:xfrm>
          <a:prstGeom prst="rect">
            <a:avLst/>
          </a:prstGeom>
        </p:spPr>
      </p:pic>
      <p:sp>
        <p:nvSpPr>
          <p:cNvPr id="49" name="TextBox 45">
            <a:extLst>
              <a:ext uri="{FF2B5EF4-FFF2-40B4-BE49-F238E27FC236}">
                <a16:creationId xmlns:a16="http://schemas.microsoft.com/office/drawing/2014/main" id="{D6332541-976A-14ED-F0DA-24904CF028E0}"/>
              </a:ext>
            </a:extLst>
          </p:cNvPr>
          <p:cNvSpPr txBox="1">
            <a:spLocks noChangeAspect="1"/>
          </p:cNvSpPr>
          <p:nvPr/>
        </p:nvSpPr>
        <p:spPr>
          <a:xfrm>
            <a:off x="7899781" y="1338206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Velocity Zoom</a:t>
            </a:r>
          </a:p>
        </p:txBody>
      </p:sp>
      <p:sp>
        <p:nvSpPr>
          <p:cNvPr id="51" name="TextBox 45">
            <a:extLst>
              <a:ext uri="{FF2B5EF4-FFF2-40B4-BE49-F238E27FC236}">
                <a16:creationId xmlns:a16="http://schemas.microsoft.com/office/drawing/2014/main" id="{79DF71CD-4106-D3E1-8FA5-634ABDE8D9A0}"/>
              </a:ext>
            </a:extLst>
          </p:cNvPr>
          <p:cNvSpPr txBox="1">
            <a:spLocks noChangeAspect="1"/>
          </p:cNvSpPr>
          <p:nvPr/>
        </p:nvSpPr>
        <p:spPr>
          <a:xfrm>
            <a:off x="1624232" y="1335834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Velocity</a:t>
            </a:r>
          </a:p>
        </p:txBody>
      </p:sp>
    </p:spTree>
    <p:extLst>
      <p:ext uri="{BB962C8B-B14F-4D97-AF65-F5344CB8AC3E}">
        <p14:creationId xmlns:p14="http://schemas.microsoft.com/office/powerpoint/2010/main" val="2393239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34C3-AB33-2BD4-0060-70F7B82F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02269665-3764-4519-BF70-0D59539CA2A3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74C6977C-7D0E-1C09-A408-39758B99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26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F484185-8331-FF43-B42C-C74695C5781C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B7999E4-92D0-9271-4AC9-848F74A11BBA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0B865E65-688C-F63B-3955-2B777B0D2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6760A57-F873-C7C2-3448-E41CAF106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6F96CBF-7761-88EF-36AF-45519FBD086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BFC6BB06-0A3C-337F-AF47-B8A9744A19BB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0CE181E0-6E5D-D82F-740A-CD0D7FF6D8E5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FFE4A990-AAD6-336F-E343-466055691A9D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237194FE-87C0-F9D2-523E-C28FFDB24E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F27A95C-A8A3-BFD6-359F-D55730C148A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DE6D817A-77CC-3390-4A89-ED3E807F4063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984105EC-F56F-28F3-F48D-B7E1CF8E57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852F4933-399F-290F-7622-0ADBF3DA5E72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F8F2B4E5-5064-46DF-ECD8-014295B52024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730548DC-D567-D01C-754E-DA2FB19BA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905EFA69-137B-F792-E2B3-0B11668C2D73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B15E5EAA-E9D9-6CB9-C1DD-5F353F861B31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2F350279-1177-A0F2-19D7-6EFA54D2E9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C77A3850-B2E7-20E0-A3FC-E75C50F3CAD1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82C5257-14BC-1C0D-132C-3071DBD3C5F9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101C1707-0F05-CC9D-F58B-86F18D78B902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3A80ED49-081B-8322-1694-713CC3337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1065FAFE-95C8-721E-3B84-B41150BF5CEF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9E8D5765-0B6A-3E3D-3EB9-53D6F6EC5814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1C81F331-2A45-7CC0-C867-D5D85A4AB5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EA377D6-4F61-AFCF-81C5-4D609B73C75B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C5A1CBD2-51F6-FE37-F8F0-4042E8C62B30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168BD6D8-3D88-BC94-DD39-0D82E0C557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D23E8579-58CB-06CF-EFE5-928998964836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3C6F9000-F34B-5A2D-F5CA-DE1140488B33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56F14612-2632-A7CA-AA42-5EE81AAD7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75DA213C-F4F5-5E81-00C4-ED1DB524380B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6459B691-F522-A53A-6C2C-12D763F8DFCB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F86166B-4A1E-CC07-CBCB-E5A139557BEE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D6E33844-8443-3249-C96B-AFCF3C491053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RMS-CV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994E482-E873-ADF4-9A30-D4AE1AE64D07}"/>
              </a:ext>
            </a:extLst>
          </p:cNvPr>
          <p:cNvGrpSpPr/>
          <p:nvPr/>
        </p:nvGrpSpPr>
        <p:grpSpPr>
          <a:xfrm>
            <a:off x="3967699" y="715840"/>
            <a:ext cx="4045846" cy="749677"/>
            <a:chOff x="2710400" y="1408714"/>
            <a:chExt cx="4045846" cy="749677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4170E47F-142A-BE3E-1234-A84D8A80DDD9}"/>
                </a:ext>
              </a:extLst>
            </p:cNvPr>
            <p:cNvGrpSpPr/>
            <p:nvPr/>
          </p:nvGrpSpPr>
          <p:grpSpPr>
            <a:xfrm>
              <a:off x="2710400" y="1408714"/>
              <a:ext cx="4045846" cy="749677"/>
              <a:chOff x="6087433" y="665982"/>
              <a:chExt cx="4045846" cy="749677"/>
            </a:xfrm>
          </p:grpSpPr>
          <p:sp>
            <p:nvSpPr>
              <p:cNvPr id="7" name="TextBox 45">
                <a:extLst>
                  <a:ext uri="{FF2B5EF4-FFF2-40B4-BE49-F238E27FC236}">
                    <a16:creationId xmlns:a16="http://schemas.microsoft.com/office/drawing/2014/main" id="{A6CD9B94-5879-7EB1-9F98-BD18FD8BF44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12232" y="665982"/>
                <a:ext cx="2939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1  Cycle = 1 Revolution</a:t>
                </a:r>
              </a:p>
            </p:txBody>
          </p:sp>
          <p:pic>
            <p:nvPicPr>
              <p:cNvPr id="8" name="Graphique 7">
                <a:extLst>
                  <a:ext uri="{FF2B5EF4-FFF2-40B4-BE49-F238E27FC236}">
                    <a16:creationId xmlns:a16="http://schemas.microsoft.com/office/drawing/2014/main" id="{07F058D7-A7A2-1C0F-9FBC-30A10BD0F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087433" y="1053461"/>
                <a:ext cx="790575" cy="257175"/>
              </a:xfrm>
              <a:prstGeom prst="rect">
                <a:avLst/>
              </a:prstGeom>
            </p:spPr>
          </p:pic>
          <p:pic>
            <p:nvPicPr>
              <p:cNvPr id="9" name="Graphique 8">
                <a:extLst>
                  <a:ext uri="{FF2B5EF4-FFF2-40B4-BE49-F238E27FC236}">
                    <a16:creationId xmlns:a16="http://schemas.microsoft.com/office/drawing/2014/main" id="{590A4444-F985-53A1-C497-0D0B95066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802286" y="1007683"/>
                <a:ext cx="670748" cy="357152"/>
              </a:xfrm>
              <a:prstGeom prst="rect">
                <a:avLst/>
              </a:prstGeom>
            </p:spPr>
          </p:pic>
          <p:sp>
            <p:nvSpPr>
              <p:cNvPr id="10" name="TextBox 45">
                <a:extLst>
                  <a:ext uri="{FF2B5EF4-FFF2-40B4-BE49-F238E27FC236}">
                    <a16:creationId xmlns:a16="http://schemas.microsoft.com/office/drawing/2014/main" id="{1E445E64-8A99-D923-CCBF-F0582DC8295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9462531" y="1046327"/>
                <a:ext cx="6707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= 1</a:t>
                </a:r>
              </a:p>
            </p:txBody>
          </p:sp>
          <p:sp>
            <p:nvSpPr>
              <p:cNvPr id="11" name="TextBox 45">
                <a:extLst>
                  <a:ext uri="{FF2B5EF4-FFF2-40B4-BE49-F238E27FC236}">
                    <a16:creationId xmlns:a16="http://schemas.microsoft.com/office/drawing/2014/main" id="{101E809B-DFF0-0753-201B-CF6E7AD66BC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08927" y="1012536"/>
                <a:ext cx="7675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134E7B"/>
                    </a:solidFill>
                  </a:rPr>
                  <a:t> = 4</a:t>
                </a:r>
              </a:p>
            </p:txBody>
          </p:sp>
        </p:grp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EBF73A13-325E-45C2-F74F-9F9FFB0835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7694" y="1802784"/>
              <a:ext cx="790575" cy="257175"/>
            </a:xfrm>
            <a:prstGeom prst="rect">
              <a:avLst/>
            </a:prstGeom>
          </p:spPr>
        </p:pic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773C1D5B-3F9A-A82D-7C2F-F788D0D1065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68269" y="175041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4</a:t>
              </a:r>
            </a:p>
          </p:txBody>
        </p:sp>
      </p:grpSp>
      <p:sp>
        <p:nvSpPr>
          <p:cNvPr id="51" name="TextBox 45">
            <a:extLst>
              <a:ext uri="{FF2B5EF4-FFF2-40B4-BE49-F238E27FC236}">
                <a16:creationId xmlns:a16="http://schemas.microsoft.com/office/drawing/2014/main" id="{379B228C-A55D-42AE-DD01-31986F60F70D}"/>
              </a:ext>
            </a:extLst>
          </p:cNvPr>
          <p:cNvSpPr txBox="1">
            <a:spLocks noChangeAspect="1"/>
          </p:cNvSpPr>
          <p:nvPr/>
        </p:nvSpPr>
        <p:spPr>
          <a:xfrm>
            <a:off x="4903390" y="1390045"/>
            <a:ext cx="2549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Velocity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7E2CBA0-EDE7-8952-A31D-ED86878937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9710" y="1713123"/>
            <a:ext cx="5711716" cy="452390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F72F3B2-9B41-2066-FA95-8703D302DD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4438" y="1693997"/>
            <a:ext cx="5647428" cy="456094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B5F2C6F-717A-716A-02F0-BFE5ED63B56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7818" y="2013677"/>
            <a:ext cx="3450586" cy="266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6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89ED-33E7-DE37-F0BD-39E7CF77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E979354A-2A25-FED1-848F-D6CADFCB8EEA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0E94A93C-30E9-269B-CC42-B46E5276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27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202F052-7E35-F30C-1722-831EFF531CB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575599A-FFA0-FCF8-E359-B98CFFDE2BA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340243DF-080A-5BF0-5E0E-497227770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3B467795-A870-44AF-104F-BC2372570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C1918FF-0952-28EF-5155-D459D34FD32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13BE1B9B-B0DD-362B-5A2A-2D5FE5E37422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72C3F8E2-4E06-1B2D-269F-529ADB8DFE9B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D3C2391A-8E2A-457A-24CF-9803C8CC8117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89464248-A1E1-74BC-E355-CDB89D4B79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B93E5D35-29CF-BCE1-B935-8981F73FE87B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AC1BD845-A70E-EE14-9DB1-42465C4691E4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56DE6E47-2505-017D-7D44-CB7ADBA0EE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4EFBB5C-12FB-2A75-4E7B-2EC1390E2177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ECBF49B3-2B85-EA5E-3BF6-6F1B87DA04B5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A070E684-BE16-CAE7-7F52-DC654E470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557D9BA-12F2-6CF7-3A97-A884A00DCD37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04CB34A3-E85F-3144-03EF-6C74E4D588C0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9D965847-3AC7-9B27-AE10-6A51A63E0E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0E75DB94-754D-A373-CFC5-851C9E4A7E11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49E80E99-BF3B-5FAF-C0D8-CAB42EA3CD04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9163369E-BD3B-E0DD-AAB9-85E331C5C164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4FABF07F-F486-66FC-BC1E-9C264BF2B2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F1A74015-09D2-0B47-238B-64CCCC9BEE66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D9022775-6E7B-651A-9C8A-E3E3EFE3D894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4D577341-6043-12E8-BFB9-4026E17372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A83370B5-929B-02EA-401D-F4A8BD98F0BD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A0DF04DE-CF65-15A3-7847-0E3F90E4D963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67C1875B-0EB9-EC47-5075-E55188D0AB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6A5D2F07-F669-EF71-4868-549D4302AAA9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E135FFAE-DACE-7426-553B-154CD40CCD7D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5A9134F3-94B9-3BE3-6C18-5EF1C8D56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E3F6AE03-2999-FD31-3591-1302AF469CC1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15CA563C-2971-C614-1180-CB0A01725B7E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D73BDFA-0058-4F43-6F5D-79F9E18629DC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C6FBDFA1-432B-7CAD-A1F4-FC7093FC6488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Areas</a:t>
            </a: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9D13A671-C7A6-36B6-3764-BF011F53FA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4438" y="1145430"/>
            <a:ext cx="5574984" cy="494635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6FCC20B6-E9BA-0AF9-9B37-266F92933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8554" r="16922"/>
          <a:stretch>
            <a:fillRect/>
          </a:stretch>
        </p:blipFill>
        <p:spPr>
          <a:xfrm>
            <a:off x="6096000" y="3499172"/>
            <a:ext cx="2879887" cy="2561024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D30323CD-B8E4-6AFA-B8A9-6A2B0AA5C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6258" r="14873"/>
          <a:stretch>
            <a:fillRect/>
          </a:stretch>
        </p:blipFill>
        <p:spPr>
          <a:xfrm>
            <a:off x="9126029" y="3605663"/>
            <a:ext cx="2879887" cy="261998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0AECA9F-C44C-A6CE-726D-1FDD60E4BA8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90000"/>
          </a:blip>
          <a:srcRect l="3333" t="3069" b="5923"/>
          <a:stretch>
            <a:fillRect/>
          </a:stretch>
        </p:blipFill>
        <p:spPr>
          <a:xfrm>
            <a:off x="5742056" y="891189"/>
            <a:ext cx="6700227" cy="247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1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2703-AED1-CEB2-9CFB-986218B0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E78157F5-A178-5B7B-0354-3E7A32DA16FF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4BD3DDC6-D12E-9F2E-E7C8-2183D5A5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28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07C1669-DD9F-3C27-F6AB-73014F13851A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EBAAF2E-B87D-1773-17A7-E6F87FB619EE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DC38FDAD-6791-9955-ADA9-2EF69CEF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577D1C7-F3AA-7337-19EF-5DC668A34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0977920-ECEB-F827-6B5F-F8F03BAA4AD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FC803881-54AD-C1EA-A82D-89006654A8B0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96DFE560-594C-27CF-2A33-8E64D975535A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C8FECB8B-F194-BE89-CE15-83195A779CE5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117B3356-9831-5B5A-1436-739C6576D3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EB4C74F4-66BE-77E8-4528-95484A0E66E8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9B83E337-0AA7-090B-2009-AEC0AFD55016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4A479EEE-1ADE-4710-082B-B4EBFA0688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987BEB16-7709-738A-BEEC-1C0320C6C2B9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BCD92A3F-7D4A-3515-5584-91A3A3D10E55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7671FB0B-DE7F-41D1-17FE-AB906E1981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3A582144-8FC4-579A-B156-19137C673C55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86204791-9617-1907-A6C7-AA7C67720C10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45A23D90-50EC-A048-B115-5717FFC43B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D95F750-EAFE-9B9B-0BAD-6805F9FC5A13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05039A26-6499-B13B-1CDD-72D01FAEBABB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11FDC84F-934F-95AE-B825-0BCBE90F7D54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121F3AA5-7392-0E3B-0FB1-2DD3053C75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3AC1B2A7-D2EC-7EE3-3E8E-5E6A188762C3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0C6CEB8E-137F-91BE-7AD7-BF0142838F1F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8403701D-18CF-FE41-13A0-31AE9AE973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C2A15E23-C8D6-9015-0C1C-8EA8D87E8224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6B3C6B32-8F1B-067C-A1D8-2E6B3E2C6293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8777F405-01C1-EAE0-6B07-7BC51F3BD1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356093DE-4F7D-39A0-B37A-134BBA2C0A28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70890C74-F3C2-7AB7-81B1-7E2A3805BFBF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9D9F2CB0-1461-A8CE-B0C9-5AD68CEFE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53919D63-8352-F0F4-9EB3-A8C49D83168C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57051413-F601-B465-6FA7-5BA8043D940D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055E647-7299-CC62-ABCB-1F1268C83021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018BB0DC-FE42-4CCF-3A61-B46AB2D82C9F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Areas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B5D5E73-C4E7-F7B7-9CFE-8E43D0409654}"/>
              </a:ext>
            </a:extLst>
          </p:cNvPr>
          <p:cNvGrpSpPr/>
          <p:nvPr/>
        </p:nvGrpSpPr>
        <p:grpSpPr>
          <a:xfrm>
            <a:off x="4899599" y="677170"/>
            <a:ext cx="2939428" cy="753606"/>
            <a:chOff x="5878642" y="628262"/>
            <a:chExt cx="2939428" cy="753606"/>
          </a:xfrm>
        </p:grpSpPr>
        <p:sp>
          <p:nvSpPr>
            <p:cNvPr id="7" name="TextBox 45">
              <a:extLst>
                <a:ext uri="{FF2B5EF4-FFF2-40B4-BE49-F238E27FC236}">
                  <a16:creationId xmlns:a16="http://schemas.microsoft.com/office/drawing/2014/main" id="{FBD29A86-D9B6-2772-DF9B-7BFEDB0DB7A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78642" y="628262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8" name="Graphique 7">
              <a:extLst>
                <a:ext uri="{FF2B5EF4-FFF2-40B4-BE49-F238E27FC236}">
                  <a16:creationId xmlns:a16="http://schemas.microsoft.com/office/drawing/2014/main" id="{053AA997-CB5B-998C-3996-D88A301A45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13DC3BC4-E7D5-DF68-FA4F-3309CB62F3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0" name="TextBox 45">
              <a:extLst>
                <a:ext uri="{FF2B5EF4-FFF2-40B4-BE49-F238E27FC236}">
                  <a16:creationId xmlns:a16="http://schemas.microsoft.com/office/drawing/2014/main" id="{3499C13B-309A-165B-5968-52A3D55EDD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5A8BD187-1105-03DC-534D-47C09AEDED1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5A299AB0-599C-4058-32C3-CAA7EBB124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211" y="1714502"/>
            <a:ext cx="5945827" cy="409743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9177BDB-43AC-71E0-EB80-2C3DAFEEF0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21356" y="1665518"/>
            <a:ext cx="5924750" cy="41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54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64C3-52C7-89BE-9FF2-6CB8D68B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5785B687-3110-EC9B-1DA9-33D2E47F4009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42662FE4-93A0-DA26-8395-A06534F9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29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CFF0717-72F3-B8D6-B92A-18C8DBA8BC50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3CCA804-69B8-4B47-6726-D92AB2261037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FE9978C8-1A09-1A9F-927F-9D7C6E534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F36F6AB-0434-1432-6ACE-9616B1F8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25E2CF6-A397-84AE-9B91-30154E42267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D8C3F8A9-0C5C-6375-7DBD-4AA083A541EE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87378AE-CF01-F48C-277A-612F4A8440FE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B73F4AC4-1D1D-F444-BF44-69DC49FA6B98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CA2040C1-AB8B-3E75-19D3-2D4FCFBEF0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29A05E61-CA44-F4AE-1354-6736E71BF007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26AC51DC-683F-72B3-7F35-38030659FFBC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0B8AD782-B433-293A-7D46-CF298EECAA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901FF50D-36FB-592E-556E-CC1077414C15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21E5175B-9EED-7994-F6CD-C8F86B34AE2B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D71356B8-54CE-AFDA-7458-303194C9BE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FCEC996F-C551-059F-EBAA-28F3E106FA50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B81141D4-FA68-2B53-79F0-8D5877E260C8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6E857DF3-C0D5-A7EC-5756-BCAAF363CF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62B221F3-6D12-FD4B-7871-7EE9A1429548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6E9AE50-4DB1-9AAD-B7CE-C0F60C04EF02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9AE2F9B7-C2F4-1D6C-6041-19CD0FC24B4A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ABBC2DF7-4FBD-497B-1520-6F4A80890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2385BA7D-685C-C04B-C093-E57012781D99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9F8A2F91-F07C-3A97-E9CD-9DB1DB8C9582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1E378237-7CD0-7143-0272-1A0D4FC230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A13846FF-EBD0-3244-7A89-DB6BD573108B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A8FCD34F-0B9D-056D-1940-76E25776F59E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F76865D7-6D31-225D-1DE8-55B23034C4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D48AAA1F-E2AB-45DE-5E60-5ECE499BC0E0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CC9937BE-F45F-956E-3A8E-D406B8B17CA1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CF913654-AA6A-B421-741A-CB4EF81740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0EB12CD5-696E-A75E-2E43-1549A74C85AA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CB27BB36-A725-51B2-BC57-CB992A99B401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ADA9C1-3F44-7380-DE7F-5A5A56EB48D4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DD309842-0454-705D-E7BA-38C7C86BFF82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Areas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808722-75E0-F66E-BA9C-9EFE3D3A45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" y="1908895"/>
            <a:ext cx="5983817" cy="41334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097C9FB-2753-8972-551C-2E1D5B952E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8184" y="1900026"/>
            <a:ext cx="5983816" cy="415363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CA538D7-365B-64C6-4CD7-33ABA93B006E}"/>
              </a:ext>
            </a:extLst>
          </p:cNvPr>
          <p:cNvGrpSpPr/>
          <p:nvPr/>
        </p:nvGrpSpPr>
        <p:grpSpPr>
          <a:xfrm>
            <a:off x="4850614" y="861836"/>
            <a:ext cx="2939428" cy="753606"/>
            <a:chOff x="5878642" y="628262"/>
            <a:chExt cx="2939428" cy="753606"/>
          </a:xfrm>
        </p:grpSpPr>
        <p:sp>
          <p:nvSpPr>
            <p:cNvPr id="11" name="TextBox 45">
              <a:extLst>
                <a:ext uri="{FF2B5EF4-FFF2-40B4-BE49-F238E27FC236}">
                  <a16:creationId xmlns:a16="http://schemas.microsoft.com/office/drawing/2014/main" id="{AF55A89D-55FF-E1BC-0C19-4404C6FD8A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78642" y="628262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46724D5B-8905-7993-A4BA-DBCA09A25B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13" name="Graphique 12">
              <a:extLst>
                <a:ext uri="{FF2B5EF4-FFF2-40B4-BE49-F238E27FC236}">
                  <a16:creationId xmlns:a16="http://schemas.microsoft.com/office/drawing/2014/main" id="{FCEF93B6-F280-69E1-0CDD-9AF03DD27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4" name="TextBox 45">
              <a:extLst>
                <a:ext uri="{FF2B5EF4-FFF2-40B4-BE49-F238E27FC236}">
                  <a16:creationId xmlns:a16="http://schemas.microsoft.com/office/drawing/2014/main" id="{4B2049C3-D446-3106-1FE3-7F3FBD639BF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7" name="TextBox 45">
              <a:extLst>
                <a:ext uri="{FF2B5EF4-FFF2-40B4-BE49-F238E27FC236}">
                  <a16:creationId xmlns:a16="http://schemas.microsoft.com/office/drawing/2014/main" id="{6432730E-E3F9-C33E-4A11-821F5A2E57B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649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D002-99F0-C546-C60E-FABC9212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BD0AA21B-7847-3460-0C1B-660BB7F1448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28/05/2026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DCA5A073-0B3C-34FF-581C-2DC13B2C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30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5EAEE04-67E4-AA6E-6D30-E27E686F6F7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190A555-6518-AA2E-7396-7C5CBA5B47AF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D73689C9-7EAF-8117-EB20-71E25C009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30254E8-2FA6-9D14-C769-C93EA1EB6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E6B31FE-AC3A-3590-B2D9-E61D82F8574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grpSp>
        <p:nvGrpSpPr>
          <p:cNvPr id="59" name="Groupe 58">
            <a:extLst>
              <a:ext uri="{FF2B5EF4-FFF2-40B4-BE49-F238E27FC236}">
                <a16:creationId xmlns:a16="http://schemas.microsoft.com/office/drawing/2014/main" id="{152AADC7-0D25-3898-0941-69B4EA6B82A1}"/>
              </a:ext>
            </a:extLst>
          </p:cNvPr>
          <p:cNvGrpSpPr>
            <a:grpSpLocks noChangeAspect="1"/>
          </p:cNvGrpSpPr>
          <p:nvPr/>
        </p:nvGrpSpPr>
        <p:grpSpPr>
          <a:xfrm>
            <a:off x="1733786" y="63419"/>
            <a:ext cx="1943863" cy="462667"/>
            <a:chOff x="6781157" y="74072"/>
            <a:chExt cx="2250924" cy="535752"/>
          </a:xfrm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FDD1AC16-5FA2-6D80-1C3E-B84DD3139F8D}"/>
                </a:ext>
              </a:extLst>
            </p:cNvPr>
            <p:cNvGrpSpPr/>
            <p:nvPr/>
          </p:nvGrpSpPr>
          <p:grpSpPr>
            <a:xfrm>
              <a:off x="6781157" y="74073"/>
              <a:ext cx="473885" cy="535751"/>
              <a:chOff x="7950178" y="5051462"/>
              <a:chExt cx="631847" cy="714335"/>
            </a:xfrm>
          </p:grpSpPr>
          <p:sp>
            <p:nvSpPr>
              <p:cNvPr id="32" name="Hexagone 31">
                <a:extLst>
                  <a:ext uri="{FF2B5EF4-FFF2-40B4-BE49-F238E27FC236}">
                    <a16:creationId xmlns:a16="http://schemas.microsoft.com/office/drawing/2014/main" id="{CAAE304C-D0F4-D3BD-2C61-AB16652DA581}"/>
                  </a:ext>
                </a:extLst>
              </p:cNvPr>
              <p:cNvSpPr/>
              <p:nvPr/>
            </p:nvSpPr>
            <p:spPr>
              <a:xfrm rot="16200000">
                <a:off x="7908934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A1C8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6" name="Picture 12" descr="Laboratoire Conception de Systèmes Mécaniques et Robotiques (COSMER ...">
                <a:extLst>
                  <a:ext uri="{FF2B5EF4-FFF2-40B4-BE49-F238E27FC236}">
                    <a16:creationId xmlns:a16="http://schemas.microsoft.com/office/drawing/2014/main" id="{3A4A86D0-ADF1-54A3-A172-883A874563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0178" y="5225276"/>
                <a:ext cx="631847" cy="306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640409E5-3269-0240-87E3-3E65E56E2F02}"/>
                </a:ext>
              </a:extLst>
            </p:cNvPr>
            <p:cNvGrpSpPr/>
            <p:nvPr/>
          </p:nvGrpSpPr>
          <p:grpSpPr>
            <a:xfrm>
              <a:off x="7360252" y="74073"/>
              <a:ext cx="473885" cy="535751"/>
              <a:chOff x="8722305" y="5051462"/>
              <a:chExt cx="631847" cy="714335"/>
            </a:xfrm>
          </p:grpSpPr>
          <p:sp>
            <p:nvSpPr>
              <p:cNvPr id="36" name="Hexagone 35">
                <a:extLst>
                  <a:ext uri="{FF2B5EF4-FFF2-40B4-BE49-F238E27FC236}">
                    <a16:creationId xmlns:a16="http://schemas.microsoft.com/office/drawing/2014/main" id="{A2E9067D-2072-F950-9D09-0BC7082A014B}"/>
                  </a:ext>
                </a:extLst>
              </p:cNvPr>
              <p:cNvSpPr/>
              <p:nvPr/>
            </p:nvSpPr>
            <p:spPr>
              <a:xfrm rot="16200000">
                <a:off x="8681061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48D18D00-D032-C4A4-08A3-3582AA3C6F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2624" y="5326916"/>
                <a:ext cx="578504" cy="1645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C77E8658-1FB2-42B1-DC58-3F50849A1955}"/>
                </a:ext>
              </a:extLst>
            </p:cNvPr>
            <p:cNvGrpSpPr/>
            <p:nvPr/>
          </p:nvGrpSpPr>
          <p:grpSpPr>
            <a:xfrm>
              <a:off x="7946037" y="74073"/>
              <a:ext cx="473885" cy="535751"/>
              <a:chOff x="9503351" y="5051462"/>
              <a:chExt cx="631847" cy="714335"/>
            </a:xfrm>
          </p:grpSpPr>
          <p:sp>
            <p:nvSpPr>
              <p:cNvPr id="37" name="Hexagone 36">
                <a:extLst>
                  <a:ext uri="{FF2B5EF4-FFF2-40B4-BE49-F238E27FC236}">
                    <a16:creationId xmlns:a16="http://schemas.microsoft.com/office/drawing/2014/main" id="{9E8D28C4-EFEC-A838-F0E1-6BF88156F0D8}"/>
                  </a:ext>
                </a:extLst>
              </p:cNvPr>
              <p:cNvSpPr/>
              <p:nvPr/>
            </p:nvSpPr>
            <p:spPr>
              <a:xfrm rot="16200000">
                <a:off x="9462107" y="5092706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34" name="Image 33">
                <a:extLst>
                  <a:ext uri="{FF2B5EF4-FFF2-40B4-BE49-F238E27FC236}">
                    <a16:creationId xmlns:a16="http://schemas.microsoft.com/office/drawing/2014/main" id="{6A9DE80E-D1BF-A5DD-1D2B-95FEFCA51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9300" y="5282276"/>
                <a:ext cx="549144" cy="238142"/>
              </a:xfrm>
              <a:prstGeom prst="rect">
                <a:avLst/>
              </a:prstGeom>
            </p:spPr>
          </p:pic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CCC00689-F0B5-F779-B963-6BBACDBDADE4}"/>
                </a:ext>
              </a:extLst>
            </p:cNvPr>
            <p:cNvGrpSpPr/>
            <p:nvPr/>
          </p:nvGrpSpPr>
          <p:grpSpPr>
            <a:xfrm>
              <a:off x="8505476" y="74072"/>
              <a:ext cx="526605" cy="535751"/>
              <a:chOff x="10249271" y="5051461"/>
              <a:chExt cx="702140" cy="714335"/>
            </a:xfrm>
          </p:grpSpPr>
          <p:sp>
            <p:nvSpPr>
              <p:cNvPr id="38" name="Hexagone 37">
                <a:extLst>
                  <a:ext uri="{FF2B5EF4-FFF2-40B4-BE49-F238E27FC236}">
                    <a16:creationId xmlns:a16="http://schemas.microsoft.com/office/drawing/2014/main" id="{AD6C4A6C-8D29-DAD5-15BB-0FB8971C66EE}"/>
                  </a:ext>
                </a:extLst>
              </p:cNvPr>
              <p:cNvSpPr/>
              <p:nvPr/>
            </p:nvSpPr>
            <p:spPr>
              <a:xfrm rot="16200000">
                <a:off x="10238675" y="5092705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1BA0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5" name="Picture 8">
                <a:extLst>
                  <a:ext uri="{FF2B5EF4-FFF2-40B4-BE49-F238E27FC236}">
                    <a16:creationId xmlns:a16="http://schemas.microsoft.com/office/drawing/2014/main" id="{85251E01-36CC-599A-7171-ADC561FBFA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49271" y="5204650"/>
                <a:ext cx="702140" cy="3566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216EB803-0E6E-5F1B-CB93-81C7A0D2E495}"/>
              </a:ext>
            </a:extLst>
          </p:cNvPr>
          <p:cNvGrpSpPr>
            <a:grpSpLocks noChangeAspect="1"/>
          </p:cNvGrpSpPr>
          <p:nvPr/>
        </p:nvGrpSpPr>
        <p:grpSpPr>
          <a:xfrm>
            <a:off x="8404685" y="86625"/>
            <a:ext cx="1974559" cy="474131"/>
            <a:chOff x="7863368" y="4187330"/>
            <a:chExt cx="2980425" cy="715658"/>
          </a:xfrm>
        </p:grpSpPr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D71B53FE-33FD-DDA8-259A-4A8AEA7D240D}"/>
                </a:ext>
              </a:extLst>
            </p:cNvPr>
            <p:cNvGrpSpPr/>
            <p:nvPr/>
          </p:nvGrpSpPr>
          <p:grpSpPr>
            <a:xfrm>
              <a:off x="7863368" y="4188653"/>
              <a:ext cx="631847" cy="714335"/>
              <a:chOff x="7863368" y="4188653"/>
              <a:chExt cx="631847" cy="714335"/>
            </a:xfrm>
          </p:grpSpPr>
          <p:sp>
            <p:nvSpPr>
              <p:cNvPr id="46" name="Hexagone 45">
                <a:extLst>
                  <a:ext uri="{FF2B5EF4-FFF2-40B4-BE49-F238E27FC236}">
                    <a16:creationId xmlns:a16="http://schemas.microsoft.com/office/drawing/2014/main" id="{948C51DA-CEAF-D917-A0EA-2ABC35655D25}"/>
                  </a:ext>
                </a:extLst>
              </p:cNvPr>
              <p:cNvSpPr/>
              <p:nvPr/>
            </p:nvSpPr>
            <p:spPr>
              <a:xfrm rot="16200000">
                <a:off x="7822124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334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BFEF51FF-B86A-EE2E-03C7-237695BE7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8685" b="96278" l="18957" r="93365">
                            <a14:foregroundMark x1="43602" y1="32258" x2="37204" y2="51861"/>
                            <a14:foregroundMark x1="36967" y1="59801" x2="36967" y2="59801"/>
                            <a14:foregroundMark x1="38626" y1="58809" x2="36967" y2="62035"/>
                            <a14:foregroundMark x1="36256" y1="52854" x2="36019" y2="64020"/>
                            <a14:foregroundMark x1="46209" y1="22829" x2="30332" y2="31514"/>
                            <a14:foregroundMark x1="47630" y1="35484" x2="64929" y2="49628"/>
                            <a14:foregroundMark x1="54502" y1="13896" x2="87678" y2="63275"/>
                            <a14:foregroundMark x1="87678" y1="63275" x2="27725" y2="80397"/>
                            <a14:foregroundMark x1="27725" y1="80397" x2="21564" y2="76427"/>
                            <a14:foregroundMark x1="52133" y1="95533" x2="61374" y2="89826"/>
                            <a14:foregroundMark x1="54028" y1="39454" x2="26066" y2="40447"/>
                            <a14:foregroundMark x1="21090" y1="36228" x2="20853" y2="71464"/>
                            <a14:foregroundMark x1="27488" y1="49876" x2="77725" y2="66749"/>
                            <a14:foregroundMark x1="52844" y1="83871" x2="57109" y2="67246"/>
                            <a14:foregroundMark x1="61848" y1="71960" x2="68246" y2="45658"/>
                            <a14:foregroundMark x1="65403" y1="63275" x2="69905" y2="43921"/>
                            <a14:foregroundMark x1="89100" y1="69727" x2="92180" y2="34243"/>
                            <a14:foregroundMark x1="82464" y1="41191" x2="43839" y2="89330"/>
                            <a14:foregroundMark x1="43839" y1="89330" x2="43839" y2="89330"/>
                            <a14:foregroundMark x1="79858" y1="68734" x2="58531" y2="81886"/>
                            <a14:foregroundMark x1="27014" y1="47146" x2="28673" y2="66501"/>
                            <a14:foregroundMark x1="48341" y1="28040" x2="61848" y2="29777"/>
                            <a14:foregroundMark x1="55213" y1="9429" x2="51896" y2="8933"/>
                            <a14:foregroundMark x1="81043" y1="40695" x2="83412" y2="58561"/>
                            <a14:foregroundMark x1="44550" y1="46154" x2="22038" y2="68486"/>
                            <a14:foregroundMark x1="63270" y1="66253" x2="19668" y2="66749"/>
                            <a14:foregroundMark x1="58531" y1="33499" x2="72512" y2="66501"/>
                            <a14:foregroundMark x1="63507" y1="45658" x2="58768" y2="68238"/>
                            <a14:foregroundMark x1="59005" y1="87593" x2="54028" y2="96526"/>
                            <a14:foregroundMark x1="91469" y1="35732" x2="91469" y2="68734"/>
                            <a14:foregroundMark x1="85782" y1="36476" x2="91232" y2="73945"/>
                            <a14:foregroundMark x1="90284" y1="75931" x2="90758" y2="30521"/>
                            <a14:foregroundMark x1="93365" y1="32754" x2="93365" y2="72457"/>
                            <a14:foregroundMark x1="92180" y1="75682" x2="92654" y2="54342"/>
                            <a14:foregroundMark x1="58768" y1="61538" x2="32227" y2="69975"/>
                          </a14:backgroundRemoval>
                        </a14:imgEffect>
                      </a14:imgLayer>
                    </a14:imgProps>
                  </a:ext>
                </a:extLst>
              </a:blip>
              <a:srcRect l="13953" t="4224" r="3312"/>
              <a:stretch>
                <a:fillRect/>
              </a:stretch>
            </p:blipFill>
            <p:spPr>
              <a:xfrm>
                <a:off x="7917925" y="4257174"/>
                <a:ext cx="517282" cy="571851"/>
              </a:xfrm>
              <a:prstGeom prst="rect">
                <a:avLst/>
              </a:prstGeom>
            </p:spPr>
          </p:pic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826A80F5-124C-C374-C4B7-F7F65221A423}"/>
                </a:ext>
              </a:extLst>
            </p:cNvPr>
            <p:cNvGrpSpPr/>
            <p:nvPr/>
          </p:nvGrpSpPr>
          <p:grpSpPr>
            <a:xfrm>
              <a:off x="8636251" y="4188653"/>
              <a:ext cx="631847" cy="714335"/>
              <a:chOff x="8636251" y="4188653"/>
              <a:chExt cx="631847" cy="714335"/>
            </a:xfrm>
          </p:grpSpPr>
          <p:sp>
            <p:nvSpPr>
              <p:cNvPr id="47" name="Hexagone 46">
                <a:extLst>
                  <a:ext uri="{FF2B5EF4-FFF2-40B4-BE49-F238E27FC236}">
                    <a16:creationId xmlns:a16="http://schemas.microsoft.com/office/drawing/2014/main" id="{17881314-409F-3F34-BB65-17043D262D10}"/>
                  </a:ext>
                </a:extLst>
              </p:cNvPr>
              <p:cNvSpPr/>
              <p:nvPr/>
            </p:nvSpPr>
            <p:spPr>
              <a:xfrm rot="16200000">
                <a:off x="8595007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B458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1026" name="Picture 2" descr="CFM 2019 – Congrès Français de Mécanique | Société Française de ...">
                <a:extLst>
                  <a:ext uri="{FF2B5EF4-FFF2-40B4-BE49-F238E27FC236}">
                    <a16:creationId xmlns:a16="http://schemas.microsoft.com/office/drawing/2014/main" id="{03741C82-7FD4-5805-F7DB-57D7A1363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1413" y="4312588"/>
                <a:ext cx="229624" cy="4734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20A1472F-A5E4-0E1B-4C32-572D30106C20}"/>
                </a:ext>
              </a:extLst>
            </p:cNvPr>
            <p:cNvGrpSpPr/>
            <p:nvPr/>
          </p:nvGrpSpPr>
          <p:grpSpPr>
            <a:xfrm>
              <a:off x="10211946" y="4188653"/>
              <a:ext cx="631847" cy="714335"/>
              <a:chOff x="10211946" y="4188653"/>
              <a:chExt cx="631847" cy="714335"/>
            </a:xfrm>
          </p:grpSpPr>
          <p:sp>
            <p:nvSpPr>
              <p:cNvPr id="48" name="Hexagone 47">
                <a:extLst>
                  <a:ext uri="{FF2B5EF4-FFF2-40B4-BE49-F238E27FC236}">
                    <a16:creationId xmlns:a16="http://schemas.microsoft.com/office/drawing/2014/main" id="{9D7CDDEA-7870-168A-4C5E-9E5F6CC4028C}"/>
                  </a:ext>
                </a:extLst>
              </p:cNvPr>
              <p:cNvSpPr/>
              <p:nvPr/>
            </p:nvSpPr>
            <p:spPr>
              <a:xfrm rot="16200000">
                <a:off x="10170702" y="4229897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549A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23" name="Picture 4" descr="Club Usinage Innovation - La French Fab">
                <a:extLst>
                  <a:ext uri="{FF2B5EF4-FFF2-40B4-BE49-F238E27FC236}">
                    <a16:creationId xmlns:a16="http://schemas.microsoft.com/office/drawing/2014/main" id="{0B81FDE8-AD3C-1D11-D36F-B9469E54D4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36642" y="4264432"/>
                <a:ext cx="573957" cy="47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4110B9D8-F2BB-02C2-BAA7-0E9D57381FDB}"/>
                </a:ext>
              </a:extLst>
            </p:cNvPr>
            <p:cNvGrpSpPr/>
            <p:nvPr/>
          </p:nvGrpSpPr>
          <p:grpSpPr>
            <a:xfrm>
              <a:off x="9418660" y="4187330"/>
              <a:ext cx="631847" cy="714335"/>
              <a:chOff x="9418660" y="4187330"/>
              <a:chExt cx="631847" cy="714335"/>
            </a:xfrm>
          </p:grpSpPr>
          <p:sp>
            <p:nvSpPr>
              <p:cNvPr id="52" name="Hexagone 51">
                <a:extLst>
                  <a:ext uri="{FF2B5EF4-FFF2-40B4-BE49-F238E27FC236}">
                    <a16:creationId xmlns:a16="http://schemas.microsoft.com/office/drawing/2014/main" id="{ECC0CB9F-7C3B-33C8-D711-0AB1302C01FF}"/>
                  </a:ext>
                </a:extLst>
              </p:cNvPr>
              <p:cNvSpPr/>
              <p:nvPr/>
            </p:nvSpPr>
            <p:spPr>
              <a:xfrm rot="16200000">
                <a:off x="9377416" y="4228574"/>
                <a:ext cx="714335" cy="631847"/>
              </a:xfrm>
              <a:prstGeom prst="hexagon">
                <a:avLst>
                  <a:gd name="adj" fmla="val 31801"/>
                  <a:gd name="vf" fmla="val 115470"/>
                </a:avLst>
              </a:prstGeom>
              <a:solidFill>
                <a:srgbClr val="FFFFFF"/>
              </a:solidFill>
              <a:ln>
                <a:solidFill>
                  <a:srgbClr val="7588A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1"/>
              </a:p>
            </p:txBody>
          </p:sp>
          <p:pic>
            <p:nvPicPr>
              <p:cNvPr id="50" name="Image 49">
                <a:extLst>
                  <a:ext uri="{FF2B5EF4-FFF2-40B4-BE49-F238E27FC236}">
                    <a16:creationId xmlns:a16="http://schemas.microsoft.com/office/drawing/2014/main" id="{1BE9BC5F-6EDA-1A3F-4D32-57898680C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66114" y="4416211"/>
                <a:ext cx="558771" cy="281997"/>
              </a:xfrm>
              <a:prstGeom prst="rect">
                <a:avLst/>
              </a:prstGeom>
            </p:spPr>
          </p:pic>
        </p:grpSp>
      </p:grpSp>
      <p:sp>
        <p:nvSpPr>
          <p:cNvPr id="1030" name="TextBox 30">
            <a:extLst>
              <a:ext uri="{FF2B5EF4-FFF2-40B4-BE49-F238E27FC236}">
                <a16:creationId xmlns:a16="http://schemas.microsoft.com/office/drawing/2014/main" id="{48357135-2648-5CB9-A41C-D965D8AB2D31}"/>
              </a:ext>
            </a:extLst>
          </p:cNvPr>
          <p:cNvSpPr txBox="1"/>
          <p:nvPr/>
        </p:nvSpPr>
        <p:spPr>
          <a:xfrm>
            <a:off x="3921635" y="-20067"/>
            <a:ext cx="2352992" cy="508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51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Conférence Manufacturing’21</a:t>
            </a:r>
            <a:endParaRPr lang="fr-FR" sz="1351" b="1" baseline="30000" dirty="0">
              <a:solidFill>
                <a:srgbClr val="223A6D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TextBox 30">
            <a:extLst>
              <a:ext uri="{FF2B5EF4-FFF2-40B4-BE49-F238E27FC236}">
                <a16:creationId xmlns:a16="http://schemas.microsoft.com/office/drawing/2014/main" id="{5A07DAD2-C0DE-DCE1-81A8-F95D17BB34D2}"/>
              </a:ext>
            </a:extLst>
          </p:cNvPr>
          <p:cNvSpPr txBox="1"/>
          <p:nvPr/>
        </p:nvSpPr>
        <p:spPr>
          <a:xfrm>
            <a:off x="6466866" y="65076"/>
            <a:ext cx="1902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fr-FR" sz="1400" b="1" baseline="30000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er </a:t>
            </a:r>
            <a:r>
              <a:rPr lang="fr-FR" sz="1400" b="1" dirty="0">
                <a:solidFill>
                  <a:srgbClr val="223A6D"/>
                </a:solidFill>
                <a:ea typeface="Verdana" panose="020B0604030504040204" pitchFamily="34" charset="0"/>
                <a:cs typeface="Arial" panose="020B0604020202020204" pitchFamily="34" charset="0"/>
              </a:rPr>
              <a:t>- 2 avril 2026 </a:t>
            </a:r>
            <a:r>
              <a:rPr lang="fr-FR" sz="1400" b="1" dirty="0">
                <a:solidFill>
                  <a:srgbClr val="549AA3"/>
                </a:solidFill>
                <a:ea typeface="Verdana" panose="020B0604030504040204" pitchFamily="34" charset="0"/>
                <a:cs typeface="Arial" panose="020B0604020202020204" pitchFamily="34" charset="0"/>
              </a:rPr>
              <a:t>Toulon | France</a:t>
            </a:r>
            <a:endParaRPr lang="fr-FR" sz="1351" b="1" baseline="30000" dirty="0">
              <a:solidFill>
                <a:srgbClr val="549AA3"/>
              </a:solidFill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A2AFB73-0766-1C9E-B454-C1A54A21D63E}"/>
              </a:ext>
            </a:extLst>
          </p:cNvPr>
          <p:cNvCxnSpPr>
            <a:cxnSpLocks/>
          </p:cNvCxnSpPr>
          <p:nvPr/>
        </p:nvCxnSpPr>
        <p:spPr>
          <a:xfrm>
            <a:off x="209783" y="6276467"/>
            <a:ext cx="8634330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30">
            <a:extLst>
              <a:ext uri="{FF2B5EF4-FFF2-40B4-BE49-F238E27FC236}">
                <a16:creationId xmlns:a16="http://schemas.microsoft.com/office/drawing/2014/main" id="{9B6AAAB5-1F62-A8C9-15E5-93CE11A9884B}"/>
              </a:ext>
            </a:extLst>
          </p:cNvPr>
          <p:cNvSpPr txBox="1"/>
          <p:nvPr/>
        </p:nvSpPr>
        <p:spPr>
          <a:xfrm>
            <a:off x="209782" y="692154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Indicateur – Areas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4DE9841-FBFD-1FAE-B154-40D5D693EB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88535" y="1667657"/>
            <a:ext cx="6583934" cy="4570178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1A5F381A-6017-85F2-1EE2-5607C7279E15}"/>
              </a:ext>
            </a:extLst>
          </p:cNvPr>
          <p:cNvGrpSpPr/>
          <p:nvPr/>
        </p:nvGrpSpPr>
        <p:grpSpPr>
          <a:xfrm>
            <a:off x="4850614" y="838529"/>
            <a:ext cx="2939428" cy="753606"/>
            <a:chOff x="5878642" y="628262"/>
            <a:chExt cx="2939428" cy="753606"/>
          </a:xfrm>
        </p:grpSpPr>
        <p:sp>
          <p:nvSpPr>
            <p:cNvPr id="9" name="TextBox 45">
              <a:extLst>
                <a:ext uri="{FF2B5EF4-FFF2-40B4-BE49-F238E27FC236}">
                  <a16:creationId xmlns:a16="http://schemas.microsoft.com/office/drawing/2014/main" id="{0B3765F8-AC9A-EBC0-65CB-6D9AF323988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78642" y="628262"/>
              <a:ext cx="29394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1  Cycle = 1 Revolution</a:t>
              </a:r>
            </a:p>
          </p:txBody>
        </p:sp>
        <p:pic>
          <p:nvPicPr>
            <p:cNvPr id="10" name="Graphique 9">
              <a:extLst>
                <a:ext uri="{FF2B5EF4-FFF2-40B4-BE49-F238E27FC236}">
                  <a16:creationId xmlns:a16="http://schemas.microsoft.com/office/drawing/2014/main" id="{12093FA3-5F1A-5CDE-4DF9-BD3B53B44A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87433" y="1053461"/>
              <a:ext cx="790575" cy="257175"/>
            </a:xfrm>
            <a:prstGeom prst="rect">
              <a:avLst/>
            </a:prstGeom>
          </p:spPr>
        </p:pic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FCC886F2-A733-DEE7-AC5A-102C61320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11669" y="1020680"/>
              <a:ext cx="670748" cy="357152"/>
            </a:xfrm>
            <a:prstGeom prst="rect">
              <a:avLst/>
            </a:prstGeom>
          </p:spPr>
        </p:pic>
        <p:sp>
          <p:nvSpPr>
            <p:cNvPr id="12" name="TextBox 45">
              <a:extLst>
                <a:ext uri="{FF2B5EF4-FFF2-40B4-BE49-F238E27FC236}">
                  <a16:creationId xmlns:a16="http://schemas.microsoft.com/office/drawing/2014/main" id="{847ED67E-064A-5DC9-B693-E1841FCC821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81305" y="1012535"/>
              <a:ext cx="6707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= 1</a:t>
              </a:r>
            </a:p>
          </p:txBody>
        </p:sp>
        <p:sp>
          <p:nvSpPr>
            <p:cNvPr id="13" name="TextBox 45">
              <a:extLst>
                <a:ext uri="{FF2B5EF4-FFF2-40B4-BE49-F238E27FC236}">
                  <a16:creationId xmlns:a16="http://schemas.microsoft.com/office/drawing/2014/main" id="{59DBC95E-A6F4-8461-9B8E-A6E57071DE7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08927" y="1012536"/>
              <a:ext cx="767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olidFill>
                    <a:srgbClr val="134E7B"/>
                  </a:solidFill>
                </a:rPr>
                <a:t> =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2388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1475</Words>
  <Application>Microsoft Office PowerPoint</Application>
  <PresentationFormat>Grand écran</PresentationFormat>
  <Paragraphs>331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MIRELES HERNANDEZ Enrique</dc:creator>
  <cp:lastModifiedBy>MIRELES HERNANDEZ Enrique</cp:lastModifiedBy>
  <cp:revision>2</cp:revision>
  <dcterms:created xsi:type="dcterms:W3CDTF">2026-03-09T17:11:22Z</dcterms:created>
  <dcterms:modified xsi:type="dcterms:W3CDTF">2026-05-28T15:55:02Z</dcterms:modified>
</cp:coreProperties>
</file>