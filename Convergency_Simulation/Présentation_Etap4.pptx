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7"/>
  </p:notesMasterIdLst>
  <p:sldIdLst>
    <p:sldId id="320" r:id="rId2"/>
    <p:sldId id="387" r:id="rId3"/>
    <p:sldId id="388" r:id="rId4"/>
    <p:sldId id="389" r:id="rId5"/>
    <p:sldId id="390" r:id="rId6"/>
  </p:sldIdLst>
  <p:sldSz cx="12192000" cy="6858000"/>
  <p:notesSz cx="6858000" cy="9144000"/>
  <p:defaultTextStyle>
    <a:defPPr>
      <a:defRPr lang="en-US"/>
    </a:defPPr>
    <a:lvl1pPr marL="0" algn="l" defTabSz="45718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45718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45718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45718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45718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45718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45718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45718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45718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317"/>
    <a:srgbClr val="9E7372"/>
    <a:srgbClr val="F1DCDA"/>
    <a:srgbClr val="F9D2CF"/>
    <a:srgbClr val="DAF2D0"/>
    <a:srgbClr val="F2CEEF"/>
    <a:srgbClr val="DAE9F8"/>
    <a:srgbClr val="104861"/>
    <a:srgbClr val="DA5918"/>
    <a:srgbClr val="DA71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514414-43ED-4532-A925-A8D3F790D064}" v="13" dt="2026-04-14T20:24:10.2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71" autoAdjust="0"/>
    <p:restoredTop sz="86628" autoAdjust="0"/>
  </p:normalViewPr>
  <p:slideViewPr>
    <p:cSldViewPr snapToGrid="0" showGuides="1">
      <p:cViewPr varScale="1">
        <p:scale>
          <a:sx n="92" d="100"/>
          <a:sy n="92" d="100"/>
        </p:scale>
        <p:origin x="38" y="45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RELES HERNANDEZ Enrique" userId="59608afa-8118-4e24-a4f5-0eda2870f65c" providerId="ADAL" clId="{F986A30C-396F-42B9-99B4-0662258C0C71}"/>
    <pc:docChg chg="undo redo custSel addSld delSld modSld sldOrd modMainMaster modNotesMaster">
      <pc:chgData name="MIRELES HERNANDEZ Enrique" userId="59608afa-8118-4e24-a4f5-0eda2870f65c" providerId="ADAL" clId="{F986A30C-396F-42B9-99B4-0662258C0C71}" dt="2026-04-14T20:24:21.731" v="10247" actId="1076"/>
      <pc:docMkLst>
        <pc:docMk/>
      </pc:docMkLst>
      <pc:sldChg chg="addSp delSp modSp add mod ord modNotes modNotesTx">
        <pc:chgData name="MIRELES HERNANDEZ Enrique" userId="59608afa-8118-4e24-a4f5-0eda2870f65c" providerId="ADAL" clId="{F986A30C-396F-42B9-99B4-0662258C0C71}" dt="2026-04-14T20:24:21.731" v="10247" actId="1076"/>
        <pc:sldMkLst>
          <pc:docMk/>
          <pc:sldMk cId="4176926509" sldId="320"/>
        </pc:sldMkLst>
        <pc:spChg chg="add mod">
          <ac:chgData name="MIRELES HERNANDEZ Enrique" userId="59608afa-8118-4e24-a4f5-0eda2870f65c" providerId="ADAL" clId="{F986A30C-396F-42B9-99B4-0662258C0C71}" dt="2026-04-14T20:22:07.522" v="10190" actId="20577"/>
          <ac:spMkLst>
            <pc:docMk/>
            <pc:sldMk cId="4176926509" sldId="320"/>
            <ac:spMk id="9" creationId="{740D3480-595A-BA70-7905-31E1117D893D}"/>
          </ac:spMkLst>
        </pc:spChg>
        <pc:spChg chg="add 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4176926509" sldId="320"/>
            <ac:spMk id="32" creationId="{E2DB1D1C-3607-C1EE-7E8C-459B7D5CE6B8}"/>
          </ac:spMkLst>
        </pc:spChg>
        <pc:spChg chg="add mod or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4176926509" sldId="320"/>
            <ac:spMk id="36" creationId="{9DFD9CFD-839C-B80D-ED1E-8C2B01865FD0}"/>
          </ac:spMkLst>
        </pc:spChg>
        <pc:spChg chg="add mod">
          <ac:chgData name="MIRELES HERNANDEZ Enrique" userId="59608afa-8118-4e24-a4f5-0eda2870f65c" providerId="ADAL" clId="{F986A30C-396F-42B9-99B4-0662258C0C71}" dt="2026-03-30T12:20:53.248" v="4469" actId="1076"/>
          <ac:spMkLst>
            <pc:docMk/>
            <pc:sldMk cId="4176926509" sldId="320"/>
            <ac:spMk id="37" creationId="{9279B2F8-F924-ECE9-8F26-A92C882171EB}"/>
          </ac:spMkLst>
        </pc:spChg>
        <pc:spChg chg="add 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4176926509" sldId="320"/>
            <ac:spMk id="38" creationId="{8AE19A7C-BA7C-C731-A95D-5CD1B7BE0EEC}"/>
          </ac:spMkLst>
        </pc:spChg>
        <pc:spChg chg="add mod">
          <ac:chgData name="MIRELES HERNANDEZ Enrique" userId="59608afa-8118-4e24-a4f5-0eda2870f65c" providerId="ADAL" clId="{F986A30C-396F-42B9-99B4-0662258C0C71}" dt="2026-03-30T12:20:55.068" v="4470" actId="1076"/>
          <ac:spMkLst>
            <pc:docMk/>
            <pc:sldMk cId="4176926509" sldId="320"/>
            <ac:spMk id="46" creationId="{E71F9C8C-B444-A3E0-9FCD-B169698F484E}"/>
          </ac:spMkLst>
        </pc:spChg>
        <pc:spChg chg="add mod">
          <ac:chgData name="MIRELES HERNANDEZ Enrique" userId="59608afa-8118-4e24-a4f5-0eda2870f65c" providerId="ADAL" clId="{F986A30C-396F-42B9-99B4-0662258C0C71}" dt="2026-03-30T12:20:55.068" v="4470" actId="1076"/>
          <ac:spMkLst>
            <pc:docMk/>
            <pc:sldMk cId="4176926509" sldId="320"/>
            <ac:spMk id="47" creationId="{3439BA2A-B775-10CC-13E2-1931EBE85124}"/>
          </ac:spMkLst>
        </pc:spChg>
        <pc:spChg chg="add 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4176926509" sldId="320"/>
            <ac:spMk id="48" creationId="{E3AAA25F-0FD1-407D-2F9F-19993CE375B3}"/>
          </ac:spMkLst>
        </pc:spChg>
        <pc:spChg chg="add 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4176926509" sldId="320"/>
            <ac:spMk id="52" creationId="{278758ED-8EE7-1FEC-0554-67B400F827C6}"/>
          </ac:spMkLst>
        </pc:spChg>
        <pc:spChg chg="mod">
          <ac:chgData name="MIRELES HERNANDEZ Enrique" userId="59608afa-8118-4e24-a4f5-0eda2870f65c" providerId="ADAL" clId="{F986A30C-396F-42B9-99B4-0662258C0C71}" dt="2026-04-14T20:24:21.731" v="10247" actId="1076"/>
          <ac:spMkLst>
            <pc:docMk/>
            <pc:sldMk cId="4176926509" sldId="320"/>
            <ac:spMk id="56" creationId="{3F66E0FC-B150-F6D4-6496-C05419A25C0C}"/>
          </ac:spMkLst>
        </pc:spChg>
        <pc:spChg chg="mod">
          <ac:chgData name="MIRELES HERNANDEZ Enrique" userId="59608afa-8118-4e24-a4f5-0eda2870f65c" providerId="ADAL" clId="{F986A30C-396F-42B9-99B4-0662258C0C71}" dt="2026-03-30T13:03:58.620" v="5168" actId="404"/>
          <ac:spMkLst>
            <pc:docMk/>
            <pc:sldMk cId="4176926509" sldId="320"/>
            <ac:spMk id="63" creationId="{FE6BFB4F-96C8-2CD5-70DC-B7D305F133B0}"/>
          </ac:spMkLst>
        </pc:spChg>
        <pc:spChg chg="mod">
          <ac:chgData name="MIRELES HERNANDEZ Enrique" userId="59608afa-8118-4e24-a4f5-0eda2870f65c" providerId="ADAL" clId="{F986A30C-396F-42B9-99B4-0662258C0C71}" dt="2026-03-30T13:04:02.744" v="5169" actId="404"/>
          <ac:spMkLst>
            <pc:docMk/>
            <pc:sldMk cId="4176926509" sldId="320"/>
            <ac:spMk id="1024" creationId="{22B96852-977B-699B-FD56-5373CDDD26C8}"/>
          </ac:spMkLst>
        </pc:spChg>
        <pc:spChg chg="add 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4176926509" sldId="320"/>
            <ac:spMk id="1030" creationId="{1AF3CA5D-EE4B-B876-AE28-85CB905A4E4A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4176926509" sldId="320"/>
            <ac:spMk id="1033" creationId="{D5F542AE-90F7-17C4-7545-6F3B16BAEDAE}"/>
          </ac:spMkLst>
        </pc:spChg>
        <pc:spChg chg="mod">
          <ac:chgData name="MIRELES HERNANDEZ Enrique" userId="59608afa-8118-4e24-a4f5-0eda2870f65c" providerId="ADAL" clId="{F986A30C-396F-42B9-99B4-0662258C0C71}" dt="2026-04-14T20:20:21.111" v="10162" actId="1076"/>
          <ac:spMkLst>
            <pc:docMk/>
            <pc:sldMk cId="4176926509" sldId="320"/>
            <ac:spMk id="1034" creationId="{D831A8D9-6D30-DA2C-D3F0-6A524F032A41}"/>
          </ac:spMkLst>
        </pc:spChg>
        <pc:spChg chg="add 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4176926509" sldId="320"/>
            <ac:spMk id="1035" creationId="{77B3461A-17A2-78AF-7CA2-F370D249B4FF}"/>
          </ac:spMkLst>
        </pc:spChg>
        <pc:grpChg chg="add mod">
          <ac:chgData name="MIRELES HERNANDEZ Enrique" userId="59608afa-8118-4e24-a4f5-0eda2870f65c" providerId="ADAL" clId="{F986A30C-396F-42B9-99B4-0662258C0C71}" dt="2026-03-30T13:04:11.845" v="5172" actId="1076"/>
          <ac:grpSpMkLst>
            <pc:docMk/>
            <pc:sldMk cId="4176926509" sldId="320"/>
            <ac:grpSpMk id="11" creationId="{F28C8FF0-7709-AF3E-E99E-2E1FD186EBB7}"/>
          </ac:grpSpMkLst>
        </pc:grpChg>
        <pc:grpChg chg="add mod">
          <ac:chgData name="MIRELES HERNANDEZ Enrique" userId="59608afa-8118-4e24-a4f5-0eda2870f65c" providerId="ADAL" clId="{F986A30C-396F-42B9-99B4-0662258C0C71}" dt="2026-03-30T12:20:53.248" v="4469" actId="1076"/>
          <ac:grpSpMkLst>
            <pc:docMk/>
            <pc:sldMk cId="4176926509" sldId="320"/>
            <ac:grpSpMk id="39" creationId="{B31AD78D-4C02-51E3-0AC5-6B56ABA70D0E}"/>
          </ac:grpSpMkLst>
        </pc:grpChg>
        <pc:grpChg chg="add mod">
          <ac:chgData name="MIRELES HERNANDEZ Enrique" userId="59608afa-8118-4e24-a4f5-0eda2870f65c" providerId="ADAL" clId="{F986A30C-396F-42B9-99B4-0662258C0C71}" dt="2026-03-30T12:20:53.248" v="4469" actId="1076"/>
          <ac:grpSpMkLst>
            <pc:docMk/>
            <pc:sldMk cId="4176926509" sldId="320"/>
            <ac:grpSpMk id="40" creationId="{1D83B60E-A566-2246-0B64-E4410CD50BC8}"/>
          </ac:grpSpMkLst>
        </pc:grpChg>
        <pc:grpChg chg="add mod">
          <ac:chgData name="MIRELES HERNANDEZ Enrique" userId="59608afa-8118-4e24-a4f5-0eda2870f65c" providerId="ADAL" clId="{F986A30C-396F-42B9-99B4-0662258C0C71}" dt="2026-03-30T12:19:56.571" v="4077" actId="164"/>
          <ac:grpSpMkLst>
            <pc:docMk/>
            <pc:sldMk cId="4176926509" sldId="320"/>
            <ac:grpSpMk id="41" creationId="{1D628BF0-76FF-25BD-D2F6-657DB757448F}"/>
          </ac:grpSpMkLst>
        </pc:grpChg>
        <pc:grpChg chg="add mod">
          <ac:chgData name="MIRELES HERNANDEZ Enrique" userId="59608afa-8118-4e24-a4f5-0eda2870f65c" providerId="ADAL" clId="{F986A30C-396F-42B9-99B4-0662258C0C71}" dt="2026-03-30T12:19:56.571" v="4077" actId="164"/>
          <ac:grpSpMkLst>
            <pc:docMk/>
            <pc:sldMk cId="4176926509" sldId="320"/>
            <ac:grpSpMk id="42" creationId="{7958DFB7-5822-0D7C-664C-93E6729BA40D}"/>
          </ac:grpSpMkLst>
        </pc:grpChg>
        <pc:grpChg chg="add mod">
          <ac:chgData name="MIRELES HERNANDEZ Enrique" userId="59608afa-8118-4e24-a4f5-0eda2870f65c" providerId="ADAL" clId="{F986A30C-396F-42B9-99B4-0662258C0C71}" dt="2026-03-30T12:20:55.068" v="4470" actId="1076"/>
          <ac:grpSpMkLst>
            <pc:docMk/>
            <pc:sldMk cId="4176926509" sldId="320"/>
            <ac:grpSpMk id="53" creationId="{F36B12FE-7B23-D538-DFF9-A17B45743067}"/>
          </ac:grpSpMkLst>
        </pc:grpChg>
        <pc:grpChg chg="add mod">
          <ac:chgData name="MIRELES HERNANDEZ Enrique" userId="59608afa-8118-4e24-a4f5-0eda2870f65c" providerId="ADAL" clId="{F986A30C-396F-42B9-99B4-0662258C0C71}" dt="2026-03-30T12:17:40.104" v="3985" actId="164"/>
          <ac:grpSpMkLst>
            <pc:docMk/>
            <pc:sldMk cId="4176926509" sldId="320"/>
            <ac:grpSpMk id="54" creationId="{D7270EA2-89C7-9E08-F267-54871BC2C7AD}"/>
          </ac:grpSpMkLst>
        </pc:grpChg>
        <pc:grpChg chg="add mod">
          <ac:chgData name="MIRELES HERNANDEZ Enrique" userId="59608afa-8118-4e24-a4f5-0eda2870f65c" providerId="ADAL" clId="{F986A30C-396F-42B9-99B4-0662258C0C71}" dt="2026-03-30T12:20:55.068" v="4470" actId="1076"/>
          <ac:grpSpMkLst>
            <pc:docMk/>
            <pc:sldMk cId="4176926509" sldId="320"/>
            <ac:grpSpMk id="55" creationId="{6AD11124-63C4-62CA-22B2-0E71FACA8BEB}"/>
          </ac:grpSpMkLst>
        </pc:grpChg>
        <pc:grpChg chg="add mod">
          <ac:chgData name="MIRELES HERNANDEZ Enrique" userId="59608afa-8118-4e24-a4f5-0eda2870f65c" providerId="ADAL" clId="{F986A30C-396F-42B9-99B4-0662258C0C71}" dt="2026-03-30T12:17:40.104" v="3985" actId="164"/>
          <ac:grpSpMkLst>
            <pc:docMk/>
            <pc:sldMk cId="4176926509" sldId="320"/>
            <ac:grpSpMk id="57" creationId="{07B184B0-EB45-7FCA-217D-7BEE161F2C94}"/>
          </ac:grpSpMkLst>
        </pc:grpChg>
        <pc:grpChg chg="add mod">
          <ac:chgData name="MIRELES HERNANDEZ Enrique" userId="59608afa-8118-4e24-a4f5-0eda2870f65c" providerId="ADAL" clId="{F986A30C-396F-42B9-99B4-0662258C0C71}" dt="2026-03-30T12:20:20.599" v="4303"/>
          <ac:grpSpMkLst>
            <pc:docMk/>
            <pc:sldMk cId="4176926509" sldId="320"/>
            <ac:grpSpMk id="58" creationId="{1B933D28-E757-6206-BAD2-7F76A199B6CC}"/>
          </ac:grpSpMkLst>
        </pc:grpChg>
        <pc:grpChg chg="add mod">
          <ac:chgData name="MIRELES HERNANDEZ Enrique" userId="59608afa-8118-4e24-a4f5-0eda2870f65c" providerId="ADAL" clId="{F986A30C-396F-42B9-99B4-0662258C0C71}" dt="2026-03-30T12:20:32.189" v="4305"/>
          <ac:grpSpMkLst>
            <pc:docMk/>
            <pc:sldMk cId="4176926509" sldId="320"/>
            <ac:grpSpMk id="59" creationId="{74D7F82A-A5BD-7EA9-B267-FB76F7294D8A}"/>
          </ac:grpSpMkLst>
        </pc:grpChg>
        <pc:picChg chg="add mod">
          <ac:chgData name="MIRELES HERNANDEZ Enrique" userId="59608afa-8118-4e24-a4f5-0eda2870f65c" providerId="ADAL" clId="{F986A30C-396F-42B9-99B4-0662258C0C71}" dt="2026-04-14T20:20:16.697" v="10161" actId="1076"/>
          <ac:picMkLst>
            <pc:docMk/>
            <pc:sldMk cId="4176926509" sldId="320"/>
            <ac:picMk id="15" creationId="{B272247A-C0E6-5C4B-C919-7AD8C8DC0F8C}"/>
          </ac:picMkLst>
        </pc:picChg>
        <pc:picChg chg="add mod">
          <ac:chgData name="MIRELES HERNANDEZ Enrique" userId="59608afa-8118-4e24-a4f5-0eda2870f65c" providerId="ADAL" clId="{F986A30C-396F-42B9-99B4-0662258C0C71}" dt="2026-04-14T20:20:21.111" v="10162" actId="1076"/>
          <ac:picMkLst>
            <pc:docMk/>
            <pc:sldMk cId="4176926509" sldId="320"/>
            <ac:picMk id="16" creationId="{E10D77C5-6AE6-E564-7BFD-F777794BB990}"/>
          </ac:picMkLst>
        </pc:picChg>
        <pc:picChg chg="add mod ord modCrop">
          <ac:chgData name="MIRELES HERNANDEZ Enrique" userId="59608afa-8118-4e24-a4f5-0eda2870f65c" providerId="ADAL" clId="{F986A30C-396F-42B9-99B4-0662258C0C71}" dt="2026-03-30T12:20:55.068" v="4470" actId="1076"/>
          <ac:picMkLst>
            <pc:docMk/>
            <pc:sldMk cId="4176926509" sldId="320"/>
            <ac:picMk id="22" creationId="{E29BCB58-2F33-275B-FAF0-16DD7D937ADC}"/>
          </ac:picMkLst>
        </pc:picChg>
        <pc:picChg chg="add mod">
          <ac:chgData name="MIRELES HERNANDEZ Enrique" userId="59608afa-8118-4e24-a4f5-0eda2870f65c" providerId="ADAL" clId="{F986A30C-396F-42B9-99B4-0662258C0C71}" dt="2026-03-30T12:20:55.068" v="4470" actId="1076"/>
          <ac:picMkLst>
            <pc:docMk/>
            <pc:sldMk cId="4176926509" sldId="320"/>
            <ac:picMk id="23" creationId="{D0C1AB5C-0ADA-BF35-6342-ACC204D00355}"/>
          </ac:picMkLst>
        </pc:picChg>
        <pc:picChg chg="add mod">
          <ac:chgData name="MIRELES HERNANDEZ Enrique" userId="59608afa-8118-4e24-a4f5-0eda2870f65c" providerId="ADAL" clId="{F986A30C-396F-42B9-99B4-0662258C0C71}" dt="2026-03-30T12:20:53.248" v="4469" actId="1076"/>
          <ac:picMkLst>
            <pc:docMk/>
            <pc:sldMk cId="4176926509" sldId="320"/>
            <ac:picMk id="25" creationId="{FA2FF63F-38BC-10AA-2408-B6ABC720481A}"/>
          </ac:picMkLst>
        </pc:picChg>
        <pc:picChg chg="add mod">
          <ac:chgData name="MIRELES HERNANDEZ Enrique" userId="59608afa-8118-4e24-a4f5-0eda2870f65c" providerId="ADAL" clId="{F986A30C-396F-42B9-99B4-0662258C0C71}" dt="2026-03-30T11:53:47.324" v="3053" actId="1076"/>
          <ac:picMkLst>
            <pc:docMk/>
            <pc:sldMk cId="4176926509" sldId="320"/>
            <ac:picMk id="27" creationId="{A17F2DA2-1A6B-D3F5-19CC-79A7E2ECEB1B}"/>
          </ac:picMkLst>
        </pc:picChg>
        <pc:picChg chg="add mod ord">
          <ac:chgData name="MIRELES HERNANDEZ Enrique" userId="59608afa-8118-4e24-a4f5-0eda2870f65c" providerId="ADAL" clId="{F986A30C-396F-42B9-99B4-0662258C0C71}" dt="2026-03-30T12:20:53.248" v="4469" actId="1076"/>
          <ac:picMkLst>
            <pc:docMk/>
            <pc:sldMk cId="4176926509" sldId="320"/>
            <ac:picMk id="34" creationId="{4312B792-F144-0F26-ED08-AF49FFBE73A7}"/>
          </ac:picMkLst>
        </pc:picChg>
        <pc:picChg chg="add mod ord">
          <ac:chgData name="MIRELES HERNANDEZ Enrique" userId="59608afa-8118-4e24-a4f5-0eda2870f65c" providerId="ADAL" clId="{F986A30C-396F-42B9-99B4-0662258C0C71}" dt="2026-03-30T12:20:55.068" v="4470" actId="1076"/>
          <ac:picMkLst>
            <pc:docMk/>
            <pc:sldMk cId="4176926509" sldId="320"/>
            <ac:picMk id="50" creationId="{05771391-0CEA-ABFA-F222-0F548E5A3095}"/>
          </ac:picMkLst>
        </pc:picChg>
        <pc:picChg chg="add mod">
          <ac:chgData name="MIRELES HERNANDEZ Enrique" userId="59608afa-8118-4e24-a4f5-0eda2870f65c" providerId="ADAL" clId="{F986A30C-396F-42B9-99B4-0662258C0C71}" dt="2026-03-30T12:20:55.068" v="4470" actId="1076"/>
          <ac:picMkLst>
            <pc:docMk/>
            <pc:sldMk cId="4176926509" sldId="320"/>
            <ac:picMk id="1026" creationId="{84B5964B-D6AF-4E98-BB2D-F397F1EDA820}"/>
          </ac:picMkLst>
        </pc:picChg>
        <pc:picChg chg="mod">
          <ac:chgData name="MIRELES HERNANDEZ Enrique" userId="59608afa-8118-4e24-a4f5-0eda2870f65c" providerId="ADAL" clId="{F986A30C-396F-42B9-99B4-0662258C0C71}" dt="2026-03-30T13:03:45.139" v="5167" actId="1076"/>
          <ac:picMkLst>
            <pc:docMk/>
            <pc:sldMk cId="4176926509" sldId="320"/>
            <ac:picMk id="1028" creationId="{3F4A9BE5-E4B1-BE7A-7B71-C534C9AB5B28}"/>
          </ac:picMkLst>
        </pc:picChg>
        <pc:picChg chg="mod">
          <ac:chgData name="MIRELES HERNANDEZ Enrique" userId="59608afa-8118-4e24-a4f5-0eda2870f65c" providerId="ADAL" clId="{F986A30C-396F-42B9-99B4-0662258C0C71}" dt="2026-03-30T13:04:06.489" v="5170" actId="14100"/>
          <ac:picMkLst>
            <pc:docMk/>
            <pc:sldMk cId="4176926509" sldId="320"/>
            <ac:picMk id="1029" creationId="{A919BB90-A3F6-903A-CC19-8E5E347D283D}"/>
          </ac:picMkLst>
        </pc:picChg>
        <pc:picChg chg="mod">
          <ac:chgData name="MIRELES HERNANDEZ Enrique" userId="59608afa-8118-4e24-a4f5-0eda2870f65c" providerId="ADAL" clId="{F986A30C-396F-42B9-99B4-0662258C0C71}" dt="2026-03-30T13:03:45.139" v="5167" actId="1076"/>
          <ac:picMkLst>
            <pc:docMk/>
            <pc:sldMk cId="4176926509" sldId="320"/>
            <ac:picMk id="1032" creationId="{031DEA5D-C0C6-FF88-8DF7-4E79C0236161}"/>
          </ac:picMkLst>
        </pc:picChg>
        <pc:picChg chg="add mod">
          <ac:chgData name="MIRELES HERNANDEZ Enrique" userId="59608afa-8118-4e24-a4f5-0eda2870f65c" providerId="ADAL" clId="{F986A30C-396F-42B9-99B4-0662258C0C71}" dt="2026-03-30T12:20:53.248" v="4469" actId="1076"/>
          <ac:picMkLst>
            <pc:docMk/>
            <pc:sldMk cId="4176926509" sldId="320"/>
            <ac:picMk id="1036" creationId="{D5F3FC72-7ADD-8607-A61B-E31943E8BACD}"/>
          </ac:picMkLst>
        </pc:picChg>
        <pc:picChg chg="add mod">
          <ac:chgData name="MIRELES HERNANDEZ Enrique" userId="59608afa-8118-4e24-a4f5-0eda2870f65c" providerId="ADAL" clId="{F986A30C-396F-42B9-99B4-0662258C0C71}" dt="2026-03-30T12:20:53.248" v="4469" actId="1076"/>
          <ac:picMkLst>
            <pc:docMk/>
            <pc:sldMk cId="4176926509" sldId="320"/>
            <ac:picMk id="1038" creationId="{BC50B883-E2F0-2B51-3677-827D462CD44B}"/>
          </ac:picMkLst>
        </pc:picChg>
        <pc:cxnChg chg="add mod">
          <ac:chgData name="MIRELES HERNANDEZ Enrique" userId="59608afa-8118-4e24-a4f5-0eda2870f65c" providerId="ADAL" clId="{F986A30C-396F-42B9-99B4-0662258C0C71}" dt="2026-04-14T20:20:30.165" v="10164" actId="14100"/>
          <ac:cxnSpMkLst>
            <pc:docMk/>
            <pc:sldMk cId="4176926509" sldId="320"/>
            <ac:cxnSpMk id="4" creationId="{7F65721D-7467-EDA7-9A12-CE4DCA516B79}"/>
          </ac:cxnSpMkLst>
        </pc:cxnChg>
        <pc:cxnChg chg="add mod">
          <ac:chgData name="MIRELES HERNANDEZ Enrique" userId="59608afa-8118-4e24-a4f5-0eda2870f65c" providerId="ADAL" clId="{F986A30C-396F-42B9-99B4-0662258C0C71}" dt="2026-04-14T20:20:12.392" v="10160" actId="14100"/>
          <ac:cxnSpMkLst>
            <pc:docMk/>
            <pc:sldMk cId="4176926509" sldId="320"/>
            <ac:cxnSpMk id="6" creationId="{86D5F9EE-EFFF-E67B-EEF4-F73E5AB3C543}"/>
          </ac:cxnSpMkLst>
        </pc:cxnChg>
      </pc:sldChg>
      <pc:sldChg chg="addSp delSp modSp add del mod ord modNotes modNotesTx">
        <pc:chgData name="MIRELES HERNANDEZ Enrique" userId="59608afa-8118-4e24-a4f5-0eda2870f65c" providerId="ADAL" clId="{F986A30C-396F-42B9-99B4-0662258C0C71}" dt="2026-04-14T20:21:54.451" v="10179" actId="47"/>
        <pc:sldMkLst>
          <pc:docMk/>
          <pc:sldMk cId="1130318675" sldId="355"/>
        </pc:sldMkLst>
        <pc:spChg chg="add 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1130318675" sldId="355"/>
            <ac:spMk id="2" creationId="{C0A26696-807E-D42E-3EC9-F9479FDE764C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1130318675" sldId="355"/>
            <ac:spMk id="9" creationId="{9F0733AF-9DC4-B67E-F4F9-0ACEE8823112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1130318675" sldId="355"/>
            <ac:spMk id="36" creationId="{A95F4068-E8C3-4ACC-B51E-C3FF19FDAADE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1130318675" sldId="355"/>
            <ac:spMk id="38" creationId="{36740818-81E6-4114-65EC-F4855E98FFE3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1130318675" sldId="355"/>
            <ac:spMk id="47" creationId="{6DE2FC9F-1CA8-8E40-3171-058AEC750C92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1130318675" sldId="355"/>
            <ac:spMk id="52" creationId="{ED405871-AFB8-22B5-D2D7-2F630A7D249B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1130318675" sldId="355"/>
            <ac:spMk id="1030" creationId="{5565B1DD-C9FF-B0E5-2564-6181C4ACA6B5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1130318675" sldId="355"/>
            <ac:spMk id="1033" creationId="{9ADCDA38-6D93-D8EC-7B75-9676446FFDE3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1130318675" sldId="355"/>
            <ac:spMk id="1034" creationId="{AEA9648E-4F8A-D129-A5CA-DC2BAAD68F5A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1130318675" sldId="355"/>
            <ac:spMk id="1035" creationId="{6CA0A18B-CD0C-6ADB-C8A5-ECD9190A2040}"/>
          </ac:spMkLst>
        </pc:spChg>
      </pc:sldChg>
      <pc:sldChg chg="addSp delSp modSp add del mod ord delAnim modAnim modNotes modNotesTx">
        <pc:chgData name="MIRELES HERNANDEZ Enrique" userId="59608afa-8118-4e24-a4f5-0eda2870f65c" providerId="ADAL" clId="{F986A30C-396F-42B9-99B4-0662258C0C71}" dt="2026-04-14T20:21:54.451" v="10179" actId="47"/>
        <pc:sldMkLst>
          <pc:docMk/>
          <pc:sldMk cId="705382092" sldId="358"/>
        </pc:sldMkLst>
        <pc:spChg chg="add 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705382092" sldId="358"/>
            <ac:spMk id="2" creationId="{AA5506E5-5B2D-741F-142F-166EA0ECCB46}"/>
          </ac:spMkLst>
        </pc:spChg>
        <pc:spChg chg="add mod">
          <ac:chgData name="MIRELES HERNANDEZ Enrique" userId="59608afa-8118-4e24-a4f5-0eda2870f65c" providerId="ADAL" clId="{F986A30C-396F-42B9-99B4-0662258C0C71}" dt="2026-04-14T20:19:16.020" v="10157"/>
          <ac:spMkLst>
            <pc:docMk/>
            <pc:sldMk cId="705382092" sldId="358"/>
            <ac:spMk id="7" creationId="{326E6654-D4CD-7ED8-0E1A-491C3CF558A5}"/>
          </ac:spMkLst>
        </pc:spChg>
        <pc:spChg chg="add mod">
          <ac:chgData name="MIRELES HERNANDEZ Enrique" userId="59608afa-8118-4e24-a4f5-0eda2870f65c" providerId="ADAL" clId="{F986A30C-396F-42B9-99B4-0662258C0C71}" dt="2026-04-14T20:19:16.020" v="10157"/>
          <ac:spMkLst>
            <pc:docMk/>
            <pc:sldMk cId="705382092" sldId="358"/>
            <ac:spMk id="8" creationId="{0D684CE2-FF86-337F-DE71-E3B582ABD783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705382092" sldId="358"/>
            <ac:spMk id="9" creationId="{4B9EA9B9-F7A3-B682-D94D-804475F480FD}"/>
          </ac:spMkLst>
        </pc:spChg>
        <pc:spChg chg="add 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705382092" sldId="358"/>
            <ac:spMk id="11" creationId="{2E19D2BF-43E2-E0E5-D69E-01DE404E27B1}"/>
          </ac:spMkLst>
        </pc:spChg>
        <pc:spChg chg="add 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705382092" sldId="358"/>
            <ac:spMk id="20" creationId="{5037BA3E-4C37-078F-DC3E-3519FA1234B3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705382092" sldId="358"/>
            <ac:spMk id="32" creationId="{018EA9A1-0AAC-C032-A323-6BA31B27545D}"/>
          </ac:spMkLst>
        </pc:spChg>
        <pc:spChg chg="mod">
          <ac:chgData name="MIRELES HERNANDEZ Enrique" userId="59608afa-8118-4e24-a4f5-0eda2870f65c" providerId="ADAL" clId="{F986A30C-396F-42B9-99B4-0662258C0C71}" dt="2026-04-14T20:19:16.020" v="10157"/>
          <ac:spMkLst>
            <pc:docMk/>
            <pc:sldMk cId="705382092" sldId="358"/>
            <ac:spMk id="36" creationId="{03BBCDEB-7F0E-F6CF-4E9C-78E3D0D95E75}"/>
          </ac:spMkLst>
        </pc:spChg>
        <pc:spChg chg="mod">
          <ac:chgData name="MIRELES HERNANDEZ Enrique" userId="59608afa-8118-4e24-a4f5-0eda2870f65c" providerId="ADAL" clId="{F986A30C-396F-42B9-99B4-0662258C0C71}" dt="2026-04-14T20:19:16.020" v="10157"/>
          <ac:spMkLst>
            <pc:docMk/>
            <pc:sldMk cId="705382092" sldId="358"/>
            <ac:spMk id="37" creationId="{B9C497B8-5E26-9D57-CD94-F60F54CC9CE1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705382092" sldId="358"/>
            <ac:spMk id="38" creationId="{504BD857-81FD-3024-5B1D-F33AB894D4D4}"/>
          </ac:spMkLst>
        </pc:spChg>
        <pc:spChg chg="mod">
          <ac:chgData name="MIRELES HERNANDEZ Enrique" userId="59608afa-8118-4e24-a4f5-0eda2870f65c" providerId="ADAL" clId="{F986A30C-396F-42B9-99B4-0662258C0C71}" dt="2026-04-14T20:19:16.020" v="10157"/>
          <ac:spMkLst>
            <pc:docMk/>
            <pc:sldMk cId="705382092" sldId="358"/>
            <ac:spMk id="48" creationId="{2BFE9DEF-682C-A99D-E7AC-C3EB4FBD1893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705382092" sldId="358"/>
            <ac:spMk id="52" creationId="{C6AA5133-6DC2-7504-15D8-8CB45B7A7909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705382092" sldId="358"/>
            <ac:spMk id="1033" creationId="{7837281B-8E24-8FAB-1F04-9E2F6ADBA39A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705382092" sldId="358"/>
            <ac:spMk id="1034" creationId="{FC96C923-5F0E-7689-6E25-AB4CA2AD2B87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705382092" sldId="358"/>
            <ac:spMk id="1035" creationId="{0285D2D6-B396-2E33-D3C8-EEC40C38B389}"/>
          </ac:spMkLst>
        </pc:spChg>
      </pc:sldChg>
      <pc:sldChg chg="addSp delSp modSp add del mod ord addAnim delAnim modAnim modNotes">
        <pc:chgData name="MIRELES HERNANDEZ Enrique" userId="59608afa-8118-4e24-a4f5-0eda2870f65c" providerId="ADAL" clId="{F986A30C-396F-42B9-99B4-0662258C0C71}" dt="2026-04-14T20:21:54.451" v="10179" actId="47"/>
        <pc:sldMkLst>
          <pc:docMk/>
          <pc:sldMk cId="3496859383" sldId="359"/>
        </pc:sldMkLst>
        <pc:spChg chg="add 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496859383" sldId="359"/>
            <ac:spMk id="2" creationId="{A8B8250D-12A6-B148-828C-F9CBE7A6AAB1}"/>
          </ac:spMkLst>
        </pc:spChg>
        <pc:spChg chg="add 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496859383" sldId="359"/>
            <ac:spMk id="17" creationId="{CB04CBED-28E6-2FE3-62E7-1D12F754825F}"/>
          </ac:spMkLst>
        </pc:spChg>
        <pc:spChg chg="add 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496859383" sldId="359"/>
            <ac:spMk id="24" creationId="{EF3056D0-50FA-20A5-3EB8-F0FDAFD89A50}"/>
          </ac:spMkLst>
        </pc:spChg>
        <pc:spChg chg="add mod or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496859383" sldId="359"/>
            <ac:spMk id="28" creationId="{FFD200FC-0344-4CCA-989D-B1424ED591C4}"/>
          </ac:spMkLst>
        </pc:spChg>
        <pc:spChg chg="mod">
          <ac:chgData name="MIRELES HERNANDEZ Enrique" userId="59608afa-8118-4e24-a4f5-0eda2870f65c" providerId="ADAL" clId="{F986A30C-396F-42B9-99B4-0662258C0C71}" dt="2026-04-14T20:19:16.020" v="10157"/>
          <ac:spMkLst>
            <pc:docMk/>
            <pc:sldMk cId="3496859383" sldId="359"/>
            <ac:spMk id="37" creationId="{FDFA2938-1945-CB4A-1C41-936D631D82A6}"/>
          </ac:spMkLst>
        </pc:spChg>
        <pc:spChg chg="add 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496859383" sldId="359"/>
            <ac:spMk id="43" creationId="{22110BA2-B502-C28B-4EB1-13B342746134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496859383" sldId="359"/>
            <ac:spMk id="47" creationId="{FB1DE1E4-044D-8388-3818-49A7609DDB23}"/>
          </ac:spMkLst>
        </pc:spChg>
        <pc:spChg chg="mod">
          <ac:chgData name="MIRELES HERNANDEZ Enrique" userId="59608afa-8118-4e24-a4f5-0eda2870f65c" providerId="ADAL" clId="{F986A30C-396F-42B9-99B4-0662258C0C71}" dt="2026-04-14T20:19:16.020" v="10157"/>
          <ac:spMkLst>
            <pc:docMk/>
            <pc:sldMk cId="3496859383" sldId="359"/>
            <ac:spMk id="48" creationId="{B113622E-9E2D-1754-C62A-9AA1F07AD5BD}"/>
          </ac:spMkLst>
        </pc:spChg>
        <pc:spChg chg="add mod">
          <ac:chgData name="MIRELES HERNANDEZ Enrique" userId="59608afa-8118-4e24-a4f5-0eda2870f65c" providerId="ADAL" clId="{F986A30C-396F-42B9-99B4-0662258C0C71}" dt="2026-04-14T20:19:16.020" v="10157"/>
          <ac:spMkLst>
            <pc:docMk/>
            <pc:sldMk cId="3496859383" sldId="359"/>
            <ac:spMk id="51" creationId="{34E87AC2-2022-50A0-AA87-0D8C864A1CAE}"/>
          </ac:spMkLst>
        </pc:spChg>
        <pc:spChg chg="add mod">
          <ac:chgData name="MIRELES HERNANDEZ Enrique" userId="59608afa-8118-4e24-a4f5-0eda2870f65c" providerId="ADAL" clId="{F986A30C-396F-42B9-99B4-0662258C0C71}" dt="2026-04-14T20:19:16.020" v="10157"/>
          <ac:spMkLst>
            <pc:docMk/>
            <pc:sldMk cId="3496859383" sldId="359"/>
            <ac:spMk id="60" creationId="{2FF5B0ED-CB18-6478-359B-C535CC5D2C03}"/>
          </ac:spMkLst>
        </pc:spChg>
        <pc:spChg chg="add mod">
          <ac:chgData name="MIRELES HERNANDEZ Enrique" userId="59608afa-8118-4e24-a4f5-0eda2870f65c" providerId="ADAL" clId="{F986A30C-396F-42B9-99B4-0662258C0C71}" dt="2026-04-14T20:19:16.020" v="10157"/>
          <ac:spMkLst>
            <pc:docMk/>
            <pc:sldMk cId="3496859383" sldId="359"/>
            <ac:spMk id="1032" creationId="{11E55204-2CBE-7103-A0EB-CBEADFC8C38C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496859383" sldId="359"/>
            <ac:spMk id="1044" creationId="{FE2773B8-E879-CEC1-C700-78C528772587}"/>
          </ac:spMkLst>
        </pc:spChg>
        <pc:spChg chg="add 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496859383" sldId="359"/>
            <ac:spMk id="1046" creationId="{2EBA8E58-ABB0-FE30-2FC4-C4B29FC6155C}"/>
          </ac:spMkLst>
        </pc:spChg>
        <pc:spChg chg="add mod">
          <ac:chgData name="MIRELES HERNANDEZ Enrique" userId="59608afa-8118-4e24-a4f5-0eda2870f65c" providerId="ADAL" clId="{F986A30C-396F-42B9-99B4-0662258C0C71}" dt="2026-04-14T20:19:16.020" v="10157"/>
          <ac:spMkLst>
            <pc:docMk/>
            <pc:sldMk cId="3496859383" sldId="359"/>
            <ac:spMk id="1049" creationId="{3A5E7F97-9C2C-7959-2FC1-37F806F030D2}"/>
          </ac:spMkLst>
        </pc:spChg>
        <pc:spChg chg="add mod">
          <ac:chgData name="MIRELES HERNANDEZ Enrique" userId="59608afa-8118-4e24-a4f5-0eda2870f65c" providerId="ADAL" clId="{F986A30C-396F-42B9-99B4-0662258C0C71}" dt="2026-04-14T20:19:16.020" v="10157"/>
          <ac:spMkLst>
            <pc:docMk/>
            <pc:sldMk cId="3496859383" sldId="359"/>
            <ac:spMk id="1071" creationId="{E601E649-C872-0CBC-6DBA-BA67AC8B4004}"/>
          </ac:spMkLst>
        </pc:spChg>
        <pc:spChg chg="add mod">
          <ac:chgData name="MIRELES HERNANDEZ Enrique" userId="59608afa-8118-4e24-a4f5-0eda2870f65c" providerId="ADAL" clId="{F986A30C-396F-42B9-99B4-0662258C0C71}" dt="2026-04-14T20:19:16.020" v="10157"/>
          <ac:spMkLst>
            <pc:docMk/>
            <pc:sldMk cId="3496859383" sldId="359"/>
            <ac:spMk id="1077" creationId="{E69CCA3F-6390-E995-3260-54D5D4AA8333}"/>
          </ac:spMkLst>
        </pc:spChg>
        <pc:spChg chg="add 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496859383" sldId="359"/>
            <ac:spMk id="1078" creationId="{7D8A8985-1883-733E-A471-AFAB9017117D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496859383" sldId="359"/>
            <ac:spMk id="1090" creationId="{46538C0C-B7D7-90CF-EA99-FBB696ABD0C0}"/>
          </ac:spMkLst>
        </pc:spChg>
      </pc:sldChg>
      <pc:sldChg chg="addSp delSp modSp add del mod ord modTransition addAnim delAnim modAnim modNotes modNotesTx">
        <pc:chgData name="MIRELES HERNANDEZ Enrique" userId="59608afa-8118-4e24-a4f5-0eda2870f65c" providerId="ADAL" clId="{F986A30C-396F-42B9-99B4-0662258C0C71}" dt="2026-04-14T20:21:54.451" v="10179" actId="47"/>
        <pc:sldMkLst>
          <pc:docMk/>
          <pc:sldMk cId="679059963" sldId="360"/>
        </pc:sldMkLst>
        <pc:spChg chg="add 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679059963" sldId="360"/>
            <ac:spMk id="3" creationId="{9915F7C8-30EF-F4DA-5730-4CBB0E5D4500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679059963" sldId="360"/>
            <ac:spMk id="9" creationId="{91E0F690-51F6-AA2A-6A88-698A23E6E7D1}"/>
          </ac:spMkLst>
        </pc:spChg>
        <pc:spChg chg="add mod">
          <ac:chgData name="MIRELES HERNANDEZ Enrique" userId="59608afa-8118-4e24-a4f5-0eda2870f65c" providerId="ADAL" clId="{F986A30C-396F-42B9-99B4-0662258C0C71}" dt="2026-04-14T20:19:16.020" v="10157"/>
          <ac:spMkLst>
            <pc:docMk/>
            <pc:sldMk cId="679059963" sldId="360"/>
            <ac:spMk id="14" creationId="{AFDAF7FB-C895-DD7C-EBA2-B1621F3D2027}"/>
          </ac:spMkLst>
        </pc:spChg>
        <pc:spChg chg="add mod topLvl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679059963" sldId="360"/>
            <ac:spMk id="19" creationId="{877574C7-047C-6B0E-8008-10E436FF011C}"/>
          </ac:spMkLst>
        </pc:spChg>
        <pc:spChg chg="add mod topLvl">
          <ac:chgData name="MIRELES HERNANDEZ Enrique" userId="59608afa-8118-4e24-a4f5-0eda2870f65c" providerId="ADAL" clId="{F986A30C-396F-42B9-99B4-0662258C0C71}" dt="2026-04-14T20:19:16.020" v="10157"/>
          <ac:spMkLst>
            <pc:docMk/>
            <pc:sldMk cId="679059963" sldId="360"/>
            <ac:spMk id="20" creationId="{CE624646-5BB1-5678-FC93-58DBF913C384}"/>
          </ac:spMkLst>
        </pc:spChg>
        <pc:spChg chg="add mod">
          <ac:chgData name="MIRELES HERNANDEZ Enrique" userId="59608afa-8118-4e24-a4f5-0eda2870f65c" providerId="ADAL" clId="{F986A30C-396F-42B9-99B4-0662258C0C71}" dt="2026-04-14T20:19:16.020" v="10157"/>
          <ac:spMkLst>
            <pc:docMk/>
            <pc:sldMk cId="679059963" sldId="360"/>
            <ac:spMk id="24" creationId="{75126E8A-4096-4880-6C0A-48AF75CA81B5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679059963" sldId="360"/>
            <ac:spMk id="32" creationId="{01F282D0-5BCB-9DEE-F4D3-48271D34905A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679059963" sldId="360"/>
            <ac:spMk id="36" creationId="{A2DB3F84-9BF1-804E-B70A-31552AE720FD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679059963" sldId="360"/>
            <ac:spMk id="37" creationId="{2E3F8FA7-6A81-B466-5AAB-2FD52784ACDB}"/>
          </ac:spMkLst>
        </pc:spChg>
        <pc:spChg chg="mod">
          <ac:chgData name="MIRELES HERNANDEZ Enrique" userId="59608afa-8118-4e24-a4f5-0eda2870f65c" providerId="ADAL" clId="{F986A30C-396F-42B9-99B4-0662258C0C71}" dt="2026-04-14T20:19:16.020" v="10157"/>
          <ac:spMkLst>
            <pc:docMk/>
            <pc:sldMk cId="679059963" sldId="360"/>
            <ac:spMk id="48" creationId="{A79B5129-DB9C-2D02-017D-EFDD941DB332}"/>
          </ac:spMkLst>
        </pc:spChg>
        <pc:spChg chg="add mod topLvl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679059963" sldId="360"/>
            <ac:spMk id="49" creationId="{155C9321-5768-E435-E8BF-15EA5A08B8A6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679059963" sldId="360"/>
            <ac:spMk id="1030" creationId="{3FBAAF75-5E2F-A8E8-B0BF-7F3C30B94CF1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679059963" sldId="360"/>
            <ac:spMk id="1033" creationId="{033F4A11-3CFD-0F19-8337-8375BAA6CC0F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679059963" sldId="360"/>
            <ac:spMk id="1035" creationId="{905D756B-ED92-842C-F521-E87BCB4B02A9}"/>
          </ac:spMkLst>
        </pc:spChg>
      </pc:sldChg>
      <pc:sldChg chg="addSp delSp modSp add del mod ord addAnim delAnim modAnim modNotes modNotesTx">
        <pc:chgData name="MIRELES HERNANDEZ Enrique" userId="59608afa-8118-4e24-a4f5-0eda2870f65c" providerId="ADAL" clId="{F986A30C-396F-42B9-99B4-0662258C0C71}" dt="2026-04-14T20:21:54.451" v="10179" actId="47"/>
        <pc:sldMkLst>
          <pc:docMk/>
          <pc:sldMk cId="2602441602" sldId="361"/>
        </pc:sldMkLst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2602441602" sldId="361"/>
            <ac:spMk id="2" creationId="{A08E562C-E064-19DF-6442-44DEE086313E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2602441602" sldId="361"/>
            <ac:spMk id="9" creationId="{4BCF932C-A637-FE01-1F2F-BAFD6E8AD2F1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2602441602" sldId="361"/>
            <ac:spMk id="32" creationId="{5D2A5E6C-DD65-F5D3-0A07-8F271366686F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2602441602" sldId="361"/>
            <ac:spMk id="37" creationId="{EB90F81A-0BE2-5783-A704-532D48EF3230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2602441602" sldId="361"/>
            <ac:spMk id="38" creationId="{8483F6E3-53AA-9FBE-AF8F-E9958AA801C8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2602441602" sldId="361"/>
            <ac:spMk id="46" creationId="{9581C762-DFFC-ECD6-1C0D-55811952F024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2602441602" sldId="361"/>
            <ac:spMk id="1030" creationId="{5DCAE82A-ADE5-157D-D30A-50863B27DDAA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2602441602" sldId="361"/>
            <ac:spMk id="1034" creationId="{17FBB74A-9B5C-2ED3-8500-5925C4299F31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2602441602" sldId="361"/>
            <ac:spMk id="1035" creationId="{7688B894-CB7E-5CF2-A6B8-03E0DC0CE4B8}"/>
          </ac:spMkLst>
        </pc:spChg>
        <pc:spChg chg="add mod topLvl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2602441602" sldId="361"/>
            <ac:spMk id="1042" creationId="{A5BFA9FA-1D61-E38E-63DF-176DBED666A4}"/>
          </ac:spMkLst>
        </pc:spChg>
      </pc:sldChg>
      <pc:sldChg chg="addSp delSp modSp add del mod ord modAnim modNotes modNotesTx">
        <pc:chgData name="MIRELES HERNANDEZ Enrique" userId="59608afa-8118-4e24-a4f5-0eda2870f65c" providerId="ADAL" clId="{F986A30C-396F-42B9-99B4-0662258C0C71}" dt="2026-04-14T20:21:48.812" v="10178" actId="47"/>
        <pc:sldMkLst>
          <pc:docMk/>
          <pc:sldMk cId="3981987860" sldId="362"/>
        </pc:sldMkLst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981987860" sldId="362"/>
            <ac:spMk id="2" creationId="{C7841899-CE5C-F5F8-370B-67EF2684C36A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981987860" sldId="362"/>
            <ac:spMk id="9" creationId="{33D598F5-308D-C355-D698-FCE71EEE4914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981987860" sldId="362"/>
            <ac:spMk id="32" creationId="{178963BF-2B79-C10F-5CE7-2653DC4F837A}"/>
          </ac:spMkLst>
        </pc:spChg>
        <pc:spChg chg="mod">
          <ac:chgData name="MIRELES HERNANDEZ Enrique" userId="59608afa-8118-4e24-a4f5-0eda2870f65c" providerId="ADAL" clId="{F986A30C-396F-42B9-99B4-0662258C0C71}" dt="2026-04-14T20:19:16.020" v="10157"/>
          <ac:spMkLst>
            <pc:docMk/>
            <pc:sldMk cId="3981987860" sldId="362"/>
            <ac:spMk id="36" creationId="{FE0BE68A-020A-A815-DCC7-5EBE44B355B2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981987860" sldId="362"/>
            <ac:spMk id="37" creationId="{ED2B7D85-7F72-124E-C416-ECE631659E1B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981987860" sldId="362"/>
            <ac:spMk id="38" creationId="{07A33E61-9512-4203-13F6-1EDCBB90AC85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981987860" sldId="362"/>
            <ac:spMk id="46" creationId="{61531A09-7737-0D1C-21E1-C8EEB244260E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981987860" sldId="362"/>
            <ac:spMk id="52" creationId="{794C72EC-3168-5245-0DBD-3AF408320E52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981987860" sldId="362"/>
            <ac:spMk id="1030" creationId="{5A07D249-59FE-7F6F-37F9-A7B602D9595B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981987860" sldId="362"/>
            <ac:spMk id="1033" creationId="{1C2475FB-D7CD-A1FD-BAE5-883CC55FFFF5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981987860" sldId="362"/>
            <ac:spMk id="1035" creationId="{C6D5B6D4-2E75-823E-0C15-17FEDCC258FD}"/>
          </ac:spMkLst>
        </pc:spChg>
      </pc:sldChg>
      <pc:sldChg chg="addSp delSp modSp add del mod ord modNotes modNotesTx">
        <pc:chgData name="MIRELES HERNANDEZ Enrique" userId="59608afa-8118-4e24-a4f5-0eda2870f65c" providerId="ADAL" clId="{F986A30C-396F-42B9-99B4-0662258C0C71}" dt="2026-04-14T20:21:54.451" v="10179" actId="47"/>
        <pc:sldMkLst>
          <pc:docMk/>
          <pc:sldMk cId="1843855562" sldId="363"/>
        </pc:sldMkLst>
        <pc:spChg chg="mod">
          <ac:chgData name="MIRELES HERNANDEZ Enrique" userId="59608afa-8118-4e24-a4f5-0eda2870f65c" providerId="ADAL" clId="{F986A30C-396F-42B9-99B4-0662258C0C71}" dt="2026-04-14T20:19:16.020" v="10157"/>
          <ac:spMkLst>
            <pc:docMk/>
            <pc:sldMk cId="1843855562" sldId="363"/>
            <ac:spMk id="2" creationId="{1AECD48C-25B7-E051-8822-460A0A203EBB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1843855562" sldId="363"/>
            <ac:spMk id="32" creationId="{9EBC1A33-A7A8-73EB-2113-13D50EB116EB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1843855562" sldId="363"/>
            <ac:spMk id="36" creationId="{E751BE91-3370-FE6E-D4FF-EE516A1EA575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1843855562" sldId="363"/>
            <ac:spMk id="37" creationId="{44195833-2AF6-0738-6BEA-F3744E83B90E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1843855562" sldId="363"/>
            <ac:spMk id="38" creationId="{9D9DBA56-FF96-6BC6-B325-1C9DD127DFD4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1843855562" sldId="363"/>
            <ac:spMk id="46" creationId="{72BBA3D3-569D-5002-B119-C08DFCF96763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1843855562" sldId="363"/>
            <ac:spMk id="47" creationId="{7ED5E7BB-70CB-DFE0-0E01-27E3892EAF6E}"/>
          </ac:spMkLst>
        </pc:spChg>
        <pc:spChg chg="mod">
          <ac:chgData name="MIRELES HERNANDEZ Enrique" userId="59608afa-8118-4e24-a4f5-0eda2870f65c" providerId="ADAL" clId="{F986A30C-396F-42B9-99B4-0662258C0C71}" dt="2026-04-14T20:19:16.020" v="10157"/>
          <ac:spMkLst>
            <pc:docMk/>
            <pc:sldMk cId="1843855562" sldId="363"/>
            <ac:spMk id="48" creationId="{FB746965-6E49-AB20-AF06-DF3CDA1396B7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1843855562" sldId="363"/>
            <ac:spMk id="52" creationId="{0575D575-182E-9A4A-A87E-C6A58897E87D}"/>
          </ac:spMkLst>
        </pc:spChg>
        <pc:spChg chg="mod">
          <ac:chgData name="MIRELES HERNANDEZ Enrique" userId="59608afa-8118-4e24-a4f5-0eda2870f65c" providerId="ADAL" clId="{F986A30C-396F-42B9-99B4-0662258C0C71}" dt="2026-04-14T20:19:16.020" v="10157"/>
          <ac:spMkLst>
            <pc:docMk/>
            <pc:sldMk cId="1843855562" sldId="363"/>
            <ac:spMk id="1030" creationId="{320DBD6E-B57C-55A5-E0A9-E7966F6CF3E2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1843855562" sldId="363"/>
            <ac:spMk id="1033" creationId="{257D4B2D-39DD-4D7A-3E2B-5CC29C51313E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1843855562" sldId="363"/>
            <ac:spMk id="1034" creationId="{1256D3C4-EA2A-DC50-39A2-94BD6F0D6D38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1843855562" sldId="363"/>
            <ac:spMk id="1035" creationId="{66F644A6-CECA-40C2-88CB-21DDDA4B3625}"/>
          </ac:spMkLst>
        </pc:spChg>
      </pc:sldChg>
      <pc:sldChg chg="addSp delSp modSp add del mod ord modNotes modNotesTx">
        <pc:chgData name="MIRELES HERNANDEZ Enrique" userId="59608afa-8118-4e24-a4f5-0eda2870f65c" providerId="ADAL" clId="{F986A30C-396F-42B9-99B4-0662258C0C71}" dt="2026-04-14T20:21:54.451" v="10179" actId="47"/>
        <pc:sldMkLst>
          <pc:docMk/>
          <pc:sldMk cId="3745880952" sldId="364"/>
        </pc:sldMkLst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745880952" sldId="364"/>
            <ac:spMk id="9" creationId="{52BF7AE0-1B6E-EBCC-5333-0FA6639C0458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745880952" sldId="364"/>
            <ac:spMk id="32" creationId="{25AF3F1B-D35E-0C81-8061-50AE10B7F601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745880952" sldId="364"/>
            <ac:spMk id="36" creationId="{1BF8F23F-E82D-EA0A-A1EF-4B6DED1D28F8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745880952" sldId="364"/>
            <ac:spMk id="37" creationId="{EB17A777-F8B3-F296-E11F-7920AB56FBDF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745880952" sldId="364"/>
            <ac:spMk id="38" creationId="{2651B3A1-6A02-8F4E-5964-152FF7217739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745880952" sldId="364"/>
            <ac:spMk id="48" creationId="{E5AF61B4-04F0-CB25-C67C-88C3A5EEDE9B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745880952" sldId="364"/>
            <ac:spMk id="52" creationId="{B6BA9AF3-1943-77A8-8A57-B339AD01FA9C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745880952" sldId="364"/>
            <ac:spMk id="1033" creationId="{5A28D519-08AB-6859-F6FF-76C06A7675D4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745880952" sldId="364"/>
            <ac:spMk id="1034" creationId="{5C45A17F-1750-1AE8-F47B-B15EDED0ACC5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745880952" sldId="364"/>
            <ac:spMk id="1035" creationId="{EAAD4ABE-3163-4FB6-7368-4136CA4832C8}"/>
          </ac:spMkLst>
        </pc:spChg>
      </pc:sldChg>
      <pc:sldChg chg="modSp add del mod ord modNotes modNotesTx">
        <pc:chgData name="MIRELES HERNANDEZ Enrique" userId="59608afa-8118-4e24-a4f5-0eda2870f65c" providerId="ADAL" clId="{F986A30C-396F-42B9-99B4-0662258C0C71}" dt="2026-04-14T20:21:54.451" v="10179" actId="47"/>
        <pc:sldMkLst>
          <pc:docMk/>
          <pc:sldMk cId="3629941875" sldId="365"/>
        </pc:sldMkLst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629941875" sldId="365"/>
            <ac:spMk id="9" creationId="{5C68CA44-EC98-8135-C91B-83E82DF13441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629941875" sldId="365"/>
            <ac:spMk id="36" creationId="{B0F3E3D4-D508-989C-DF82-4E21DA503C93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629941875" sldId="365"/>
            <ac:spMk id="38" creationId="{0241A54C-72A9-4C61-F3CF-DEE8E28611AE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629941875" sldId="365"/>
            <ac:spMk id="46" creationId="{392FECDA-89B0-D3A7-9B54-DBED87D8515B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629941875" sldId="365"/>
            <ac:spMk id="47" creationId="{781EFAC4-BB4A-AF5B-ACB2-217C739E85CF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629941875" sldId="365"/>
            <ac:spMk id="63" creationId="{2D9ECBB4-CB61-20BA-3E34-6A9A29A10E2A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629941875" sldId="365"/>
            <ac:spMk id="1024" creationId="{F3E386BD-79AF-185E-1E17-7914CA365374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629941875" sldId="365"/>
            <ac:spMk id="1033" creationId="{00F9890D-65CF-7737-4D1E-7008F01BEE7E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629941875" sldId="365"/>
            <ac:spMk id="1034" creationId="{CBC438A8-409B-40CA-AA75-44DF614957BF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629941875" sldId="365"/>
            <ac:spMk id="1035" creationId="{CC9503F8-789B-BDBA-3C5D-5F8508D32021}"/>
          </ac:spMkLst>
        </pc:spChg>
      </pc:sldChg>
      <pc:sldChg chg="delSp modSp add del mod ord modNotes">
        <pc:chgData name="MIRELES HERNANDEZ Enrique" userId="59608afa-8118-4e24-a4f5-0eda2870f65c" providerId="ADAL" clId="{F986A30C-396F-42B9-99B4-0662258C0C71}" dt="2026-04-14T20:21:54.451" v="10179" actId="47"/>
        <pc:sldMkLst>
          <pc:docMk/>
          <pc:sldMk cId="3618936539" sldId="366"/>
        </pc:sldMkLst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618936539" sldId="366"/>
            <ac:spMk id="32" creationId="{5CCFAA4F-8392-DE6A-20B4-D9016A92EAA7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618936539" sldId="366"/>
            <ac:spMk id="36" creationId="{780725E1-BCC7-5081-D8F6-AF0B308C950C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618936539" sldId="366"/>
            <ac:spMk id="38" creationId="{6EF57DD9-C561-AEA8-9CB9-C9F2E9AA742F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618936539" sldId="366"/>
            <ac:spMk id="46" creationId="{7EF72C36-D9FA-ECFD-52E1-B73E7E41CCE3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618936539" sldId="366"/>
            <ac:spMk id="47" creationId="{1CDAC472-8A38-1FD9-02A6-A6E1B5123FB3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618936539" sldId="366"/>
            <ac:spMk id="48" creationId="{C7216EB3-9B15-1F73-6CBE-565BB89BD7AF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618936539" sldId="366"/>
            <ac:spMk id="1030" creationId="{1612004C-9E7E-F8DC-E2C9-40719D5D7450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618936539" sldId="366"/>
            <ac:spMk id="1033" creationId="{1E2DEBB9-2B48-1B1B-ECC7-047366BE3817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618936539" sldId="366"/>
            <ac:spMk id="1034" creationId="{7278579E-75C0-0BEE-1B06-5369A72D5F53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618936539" sldId="366"/>
            <ac:spMk id="1035" creationId="{046E5816-C827-36BB-6160-D0788335EE17}"/>
          </ac:spMkLst>
        </pc:spChg>
      </pc:sldChg>
      <pc:sldChg chg="addSp delSp modSp add del mod ord modAnim modNotes modNotesTx">
        <pc:chgData name="MIRELES HERNANDEZ Enrique" userId="59608afa-8118-4e24-a4f5-0eda2870f65c" providerId="ADAL" clId="{F986A30C-396F-42B9-99B4-0662258C0C71}" dt="2026-04-14T20:21:54.451" v="10179" actId="47"/>
        <pc:sldMkLst>
          <pc:docMk/>
          <pc:sldMk cId="3296080410" sldId="367"/>
        </pc:sldMkLst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296080410" sldId="367"/>
            <ac:spMk id="36" creationId="{7803089A-8345-46F5-90FB-F989568754F3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296080410" sldId="367"/>
            <ac:spMk id="47" creationId="{C5113DF0-03D8-9C41-9E8F-9C35915617D8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296080410" sldId="367"/>
            <ac:spMk id="52" creationId="{E241E94B-F51B-F022-B393-47E41643D547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296080410" sldId="367"/>
            <ac:spMk id="87" creationId="{E06F3B85-529B-7CF1-F6FD-45CC3987FEF4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296080410" sldId="367"/>
            <ac:spMk id="89" creationId="{7CCB97DE-F142-F39D-9794-28E7CC0B7C52}"/>
          </ac:spMkLst>
        </pc:spChg>
        <pc:spChg chg="add 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296080410" sldId="367"/>
            <ac:spMk id="93" creationId="{AAAEBC08-67D7-9BDE-A19F-EDD328138ED8}"/>
          </ac:spMkLst>
        </pc:spChg>
        <pc:spChg chg="add 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296080410" sldId="367"/>
            <ac:spMk id="94" creationId="{ED492CD0-581B-E65B-5CDB-72736C1D52EF}"/>
          </ac:spMkLst>
        </pc:spChg>
        <pc:spChg chg="add 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296080410" sldId="367"/>
            <ac:spMk id="95" creationId="{D532EBD1-29EA-2184-F30C-80A2080D27CA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296080410" sldId="367"/>
            <ac:spMk id="1034" creationId="{F5834110-4DD6-D774-583B-6924E919C14E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296080410" sldId="367"/>
            <ac:spMk id="1035" creationId="{DAB1CD7A-A839-A658-8E26-AB56EB433DC5}"/>
          </ac:spMkLst>
        </pc:spChg>
      </pc:sldChg>
      <pc:sldChg chg="addSp delSp modSp add del mod modAnim modNotes modNotesTx">
        <pc:chgData name="MIRELES HERNANDEZ Enrique" userId="59608afa-8118-4e24-a4f5-0eda2870f65c" providerId="ADAL" clId="{F986A30C-396F-42B9-99B4-0662258C0C71}" dt="2026-04-14T20:21:54.451" v="10179" actId="47"/>
        <pc:sldMkLst>
          <pc:docMk/>
          <pc:sldMk cId="390213305" sldId="368"/>
        </pc:sldMkLst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90213305" sldId="368"/>
            <ac:spMk id="9" creationId="{163C43BF-3984-9597-3699-7AF44D9D22E5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90213305" sldId="368"/>
            <ac:spMk id="32" creationId="{A9C324DC-93E8-B63D-DB36-9462E10D4734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90213305" sldId="368"/>
            <ac:spMk id="36" creationId="{F6CE19B9-F7D5-3D24-FA8D-7A057F3BF388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90213305" sldId="368"/>
            <ac:spMk id="37" creationId="{E7920747-115C-70A9-34FF-15AD3EABD37D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90213305" sldId="368"/>
            <ac:spMk id="47" creationId="{B283ECF5-F92C-B801-4872-A43E65312DFC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90213305" sldId="368"/>
            <ac:spMk id="48" creationId="{4EE38384-15AE-44EE-B81F-60D58EF3F8E2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90213305" sldId="368"/>
            <ac:spMk id="52" creationId="{91018312-0184-29CE-6F88-62950F4E0668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90213305" sldId="368"/>
            <ac:spMk id="1030" creationId="{09168C48-530E-A037-F2B3-A7DD2207CCE3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90213305" sldId="368"/>
            <ac:spMk id="1034" creationId="{BC207387-6833-4219-34B1-4573E9A3A628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90213305" sldId="368"/>
            <ac:spMk id="1035" creationId="{52DD7BEE-6EF7-509F-5EAD-765C3455F0C1}"/>
          </ac:spMkLst>
        </pc:spChg>
      </pc:sldChg>
      <pc:sldChg chg="addSp delSp modSp add del mod addAnim delAnim modAnim modNotes modNotesTx">
        <pc:chgData name="MIRELES HERNANDEZ Enrique" userId="59608afa-8118-4e24-a4f5-0eda2870f65c" providerId="ADAL" clId="{F986A30C-396F-42B9-99B4-0662258C0C71}" dt="2026-04-14T20:21:54.451" v="10179" actId="47"/>
        <pc:sldMkLst>
          <pc:docMk/>
          <pc:sldMk cId="3396660046" sldId="369"/>
        </pc:sldMkLst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396660046" sldId="369"/>
            <ac:spMk id="9" creationId="{91E690FE-9382-8FDE-312B-EEB212FDAB69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396660046" sldId="369"/>
            <ac:spMk id="32" creationId="{3CF6DE68-2296-D215-2252-D718C2BD5585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396660046" sldId="369"/>
            <ac:spMk id="36" creationId="{F6327E77-A611-5833-B0F1-1C3A204120AE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396660046" sldId="369"/>
            <ac:spMk id="37" creationId="{ACF8B52F-E266-6FF8-CE32-BE4DC4617D32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396660046" sldId="369"/>
            <ac:spMk id="38" creationId="{9812FB37-1D63-BCE9-03D1-CBE67BAB8437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396660046" sldId="369"/>
            <ac:spMk id="46" creationId="{73EABB64-FF0D-1991-1AEE-71602FF9AE71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396660046" sldId="369"/>
            <ac:spMk id="48" creationId="{DF7196C5-57A6-9E90-5CDA-FACB1ABD51C9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396660046" sldId="369"/>
            <ac:spMk id="52" creationId="{00A01DC9-5386-A4FF-003B-EC15CF4731C5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396660046" sldId="369"/>
            <ac:spMk id="1033" creationId="{748DA53B-4492-E795-A3AE-977F75F7CB09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396660046" sldId="369"/>
            <ac:spMk id="1034" creationId="{075AB64B-8FA7-88B1-33FB-DFFE3EA9E4E3}"/>
          </ac:spMkLst>
        </pc:spChg>
      </pc:sldChg>
      <pc:sldChg chg="addSp delSp modSp add del mod modAnim modNotes modNotesTx">
        <pc:chgData name="MIRELES HERNANDEZ Enrique" userId="59608afa-8118-4e24-a4f5-0eda2870f65c" providerId="ADAL" clId="{F986A30C-396F-42B9-99B4-0662258C0C71}" dt="2026-04-14T20:21:54.451" v="10179" actId="47"/>
        <pc:sldMkLst>
          <pc:docMk/>
          <pc:sldMk cId="3563694745" sldId="370"/>
        </pc:sldMkLst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563694745" sldId="370"/>
            <ac:spMk id="32" creationId="{4D601A4F-D175-FCDA-6E85-119FDDB21631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563694745" sldId="370"/>
            <ac:spMk id="36" creationId="{824BA443-82EB-1E31-4BBB-C28A903F3D8D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563694745" sldId="370"/>
            <ac:spMk id="37" creationId="{7E6B521A-2EE6-4927-4363-776B89C50CA3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563694745" sldId="370"/>
            <ac:spMk id="38" creationId="{594A883D-C3E1-D56F-4C61-67B4D0D2F0FD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563694745" sldId="370"/>
            <ac:spMk id="46" creationId="{87030447-643F-7B19-AD1C-AD5856997A32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563694745" sldId="370"/>
            <ac:spMk id="47" creationId="{3ACE0981-DE10-FA85-F88F-37C641B38593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563694745" sldId="370"/>
            <ac:spMk id="48" creationId="{2BCD4836-6F1A-9744-B1D0-DE0A93B07CF6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563694745" sldId="370"/>
            <ac:spMk id="52" creationId="{833C147B-08A5-0594-C030-0BF3BF6EB9C5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563694745" sldId="370"/>
            <ac:spMk id="1030" creationId="{71D663AB-F3DB-F3A9-3728-7FBE37FE8972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563694745" sldId="370"/>
            <ac:spMk id="1035" creationId="{F458BD0C-E4C8-92CC-1FDD-A6F037E8AF00}"/>
          </ac:spMkLst>
        </pc:spChg>
      </pc:sldChg>
      <pc:sldChg chg="addSp delSp modSp add del mod ord modAnim modNotes modNotesTx">
        <pc:chgData name="MIRELES HERNANDEZ Enrique" userId="59608afa-8118-4e24-a4f5-0eda2870f65c" providerId="ADAL" clId="{F986A30C-396F-42B9-99B4-0662258C0C71}" dt="2026-04-14T20:21:54.451" v="10179" actId="47"/>
        <pc:sldMkLst>
          <pc:docMk/>
          <pc:sldMk cId="1495878285" sldId="371"/>
        </pc:sldMkLst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1495878285" sldId="371"/>
            <ac:spMk id="32" creationId="{00EA5A4B-1EE0-CA65-1995-7AA636F2C62A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1495878285" sldId="371"/>
            <ac:spMk id="36" creationId="{9B0D92CE-9584-A737-EE9E-E9517AB6B303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1495878285" sldId="371"/>
            <ac:spMk id="37" creationId="{15ACFFC3-4F21-3EAD-1706-7F56693CFC8B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1495878285" sldId="371"/>
            <ac:spMk id="38" creationId="{A7601C0D-C656-3686-4059-3CFF4394D91F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1495878285" sldId="371"/>
            <ac:spMk id="46" creationId="{80FF48C1-B731-6F57-83DB-27EB9E6ACF3D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1495878285" sldId="371"/>
            <ac:spMk id="47" creationId="{9EA2BCAC-0591-5817-4AAA-975018EA7CCF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1495878285" sldId="371"/>
            <ac:spMk id="48" creationId="{D01F0DFD-39F4-D7E7-060F-1717AAAD1794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1495878285" sldId="371"/>
            <ac:spMk id="52" creationId="{5DBA2672-A49D-AEAA-CC23-67E53BA0C04C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1495878285" sldId="371"/>
            <ac:spMk id="1030" creationId="{20D0D3C5-B5AA-461B-5C70-15A4EFA6B6DE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1495878285" sldId="371"/>
            <ac:spMk id="1033" creationId="{3907B5BD-F29F-2950-558F-0DB9A1EDE433}"/>
          </ac:spMkLst>
        </pc:spChg>
      </pc:sldChg>
      <pc:sldChg chg="addSp delSp modSp add del mod ord modAnim modNotes modNotesTx">
        <pc:chgData name="MIRELES HERNANDEZ Enrique" userId="59608afa-8118-4e24-a4f5-0eda2870f65c" providerId="ADAL" clId="{F986A30C-396F-42B9-99B4-0662258C0C71}" dt="2026-04-14T20:21:54.451" v="10179" actId="47"/>
        <pc:sldMkLst>
          <pc:docMk/>
          <pc:sldMk cId="1473593481" sldId="372"/>
        </pc:sldMkLst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1473593481" sldId="372"/>
            <ac:spMk id="9" creationId="{A6B76324-485F-892B-E66E-1589EF0D8240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1473593481" sldId="372"/>
            <ac:spMk id="32" creationId="{2F5C0CCB-490B-5999-57B2-AA5EC090A236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1473593481" sldId="372"/>
            <ac:spMk id="36" creationId="{18F7D3AE-5460-4858-912D-61BB773EAF70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1473593481" sldId="372"/>
            <ac:spMk id="38" creationId="{48A12BE7-17B6-634C-9BAB-1F20B0FBF88E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1473593481" sldId="372"/>
            <ac:spMk id="46" creationId="{BBE20BB4-932F-EC9E-E348-23217C725898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1473593481" sldId="372"/>
            <ac:spMk id="47" creationId="{7F74C4E5-8068-B179-FB1C-39BA7575236B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1473593481" sldId="372"/>
            <ac:spMk id="48" creationId="{21AF40DE-4F5F-1289-BF67-42AF4BF9DF6B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1473593481" sldId="372"/>
            <ac:spMk id="52" creationId="{97C7CF73-9D5E-F9B0-1929-86B64B5DCBEE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1473593481" sldId="372"/>
            <ac:spMk id="1034" creationId="{8DBCE0F9-4F12-2F91-1B42-F327C4285E06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1473593481" sldId="372"/>
            <ac:spMk id="1035" creationId="{C76E2170-AA48-3E75-EB94-BDBF3270BAEC}"/>
          </ac:spMkLst>
        </pc:spChg>
      </pc:sldChg>
      <pc:sldChg chg="addSp delSp modSp add del mod modNotes">
        <pc:chgData name="MIRELES HERNANDEZ Enrique" userId="59608afa-8118-4e24-a4f5-0eda2870f65c" providerId="ADAL" clId="{F986A30C-396F-42B9-99B4-0662258C0C71}" dt="2026-04-14T20:21:54.451" v="10179" actId="47"/>
        <pc:sldMkLst>
          <pc:docMk/>
          <pc:sldMk cId="3683351977" sldId="373"/>
        </pc:sldMkLst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683351977" sldId="373"/>
            <ac:spMk id="9" creationId="{9AE4D454-986E-19FA-F816-3AC712614E3D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683351977" sldId="373"/>
            <ac:spMk id="32" creationId="{E8C71841-D1B8-5BAE-CDA0-6EFFF725B509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683351977" sldId="373"/>
            <ac:spMk id="36" creationId="{245F1A36-02C3-5FE4-D147-822590A14946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683351977" sldId="373"/>
            <ac:spMk id="38" creationId="{97D4EE03-A1CE-7823-4D3E-EA0E4B225A14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683351977" sldId="373"/>
            <ac:spMk id="46" creationId="{69BC6A6A-6926-0E79-F0A8-70EC7C5B0025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683351977" sldId="373"/>
            <ac:spMk id="47" creationId="{293F6508-5C63-33D2-2EEF-087CFB125D79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683351977" sldId="373"/>
            <ac:spMk id="52" creationId="{041F39B4-CC8B-535A-D960-C0043B2765D1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683351977" sldId="373"/>
            <ac:spMk id="1030" creationId="{933C1949-03A3-B309-9E57-9FED926497A3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683351977" sldId="373"/>
            <ac:spMk id="1034" creationId="{1EC64ECA-48A3-FDB7-59A5-988FAC0F0FE4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683351977" sldId="373"/>
            <ac:spMk id="1035" creationId="{DC1C2B72-82BB-4CA0-15A0-7BB436920B3B}"/>
          </ac:spMkLst>
        </pc:spChg>
      </pc:sldChg>
      <pc:sldChg chg="addSp delSp modSp add del mod modNotes modNotesTx">
        <pc:chgData name="MIRELES HERNANDEZ Enrique" userId="59608afa-8118-4e24-a4f5-0eda2870f65c" providerId="ADAL" clId="{F986A30C-396F-42B9-99B4-0662258C0C71}" dt="2026-04-14T20:21:54.451" v="10179" actId="47"/>
        <pc:sldMkLst>
          <pc:docMk/>
          <pc:sldMk cId="3238156537" sldId="374"/>
        </pc:sldMkLst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238156537" sldId="374"/>
            <ac:spMk id="9" creationId="{47D36279-445E-427B-4057-ADFC8AAC3219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238156537" sldId="374"/>
            <ac:spMk id="32" creationId="{FE6B682D-6F1F-3FFE-14D8-2E924C522FBC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238156537" sldId="374"/>
            <ac:spMk id="36" creationId="{3B3F0BD4-2D14-3103-CE1F-CBC223A80037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238156537" sldId="374"/>
            <ac:spMk id="38" creationId="{BF5E7D86-9E05-EB0A-4FC4-5B60759A0F54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238156537" sldId="374"/>
            <ac:spMk id="46" creationId="{0D203D88-70F5-140C-F2E1-A83EBC421B29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238156537" sldId="374"/>
            <ac:spMk id="47" creationId="{AF7F6556-7CEF-3F88-CFFA-36021BB168B2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238156537" sldId="374"/>
            <ac:spMk id="48" creationId="{F4C288CD-54C5-8A70-5946-1642A14D36BA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238156537" sldId="374"/>
            <ac:spMk id="52" creationId="{AD045BF4-0F3A-05CB-F328-FAC536F30F1A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238156537" sldId="374"/>
            <ac:spMk id="1033" creationId="{FE271A8C-16F9-37AC-93E3-632827177098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238156537" sldId="374"/>
            <ac:spMk id="1034" creationId="{586E767D-9472-E9C1-220F-82A1E938633E}"/>
          </ac:spMkLst>
        </pc:spChg>
      </pc:sldChg>
      <pc:sldChg chg="addSp delSp modSp add del mod ord modAnim modNotes">
        <pc:chgData name="MIRELES HERNANDEZ Enrique" userId="59608afa-8118-4e24-a4f5-0eda2870f65c" providerId="ADAL" clId="{F986A30C-396F-42B9-99B4-0662258C0C71}" dt="2026-04-14T20:21:54.451" v="10179" actId="47"/>
        <pc:sldMkLst>
          <pc:docMk/>
          <pc:sldMk cId="3539971746" sldId="376"/>
        </pc:sldMkLst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539971746" sldId="376"/>
            <ac:spMk id="2" creationId="{70240D31-0DCE-E599-CEFF-6E4DDE96D70B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539971746" sldId="376"/>
            <ac:spMk id="9" creationId="{19636C76-3C6C-39D4-3B31-998DA309AD25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539971746" sldId="376"/>
            <ac:spMk id="32" creationId="{161D1CC5-62A8-B850-4368-BA51C0A8B88D}"/>
          </ac:spMkLst>
        </pc:spChg>
        <pc:spChg chg="add 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539971746" sldId="376"/>
            <ac:spMk id="33" creationId="{83F609FA-46A8-128D-4CC9-8961E2D34BE8}"/>
          </ac:spMkLst>
        </pc:spChg>
        <pc:spChg chg="add 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539971746" sldId="376"/>
            <ac:spMk id="35" creationId="{10DFEFB0-E4BC-8385-7464-A8394510997A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539971746" sldId="376"/>
            <ac:spMk id="37" creationId="{7EF4EA89-A795-EBD9-3B53-9F9801BB74D1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539971746" sldId="376"/>
            <ac:spMk id="38" creationId="{33203D45-3D10-D8AA-0D7D-937E196F365A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539971746" sldId="376"/>
            <ac:spMk id="46" creationId="{93CF4DBF-2095-42F6-E401-A60C55B72481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539971746" sldId="376"/>
            <ac:spMk id="47" creationId="{91E21069-C8CC-20A9-C53A-1346475E83A4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539971746" sldId="376"/>
            <ac:spMk id="1030" creationId="{3E0B3EDC-5C9E-BCE4-37CD-7B3BB9DEAF32}"/>
          </ac:spMkLst>
        </pc:spChg>
      </pc:sldChg>
      <pc:sldChg chg="addSp delSp modSp add del mod ord modAnim modNotes">
        <pc:chgData name="MIRELES HERNANDEZ Enrique" userId="59608afa-8118-4e24-a4f5-0eda2870f65c" providerId="ADAL" clId="{F986A30C-396F-42B9-99B4-0662258C0C71}" dt="2026-04-14T20:21:54.451" v="10179" actId="47"/>
        <pc:sldMkLst>
          <pc:docMk/>
          <pc:sldMk cId="2433523418" sldId="377"/>
        </pc:sldMkLst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2433523418" sldId="377"/>
            <ac:spMk id="9" creationId="{EAEFBB6C-400D-D07A-ED12-2008DEFEB21B}"/>
          </ac:spMkLst>
        </pc:spChg>
        <pc:spChg chg="add 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2433523418" sldId="377"/>
            <ac:spMk id="18" creationId="{0E299064-0CB0-F4E5-F1B3-0D6D02A1A5A3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2433523418" sldId="377"/>
            <ac:spMk id="32" creationId="{61E8831D-987D-FDD0-2132-783A3489ACCB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2433523418" sldId="377"/>
            <ac:spMk id="37" creationId="{81CB467E-C4FC-C1AA-76E0-D92DB6835F85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2433523418" sldId="377"/>
            <ac:spMk id="38" creationId="{00A407CE-79F0-978B-DE97-550D5F244E57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2433523418" sldId="377"/>
            <ac:spMk id="46" creationId="{7558AB70-ECFE-EE6E-2D07-7EBFF5F83062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2433523418" sldId="377"/>
            <ac:spMk id="48" creationId="{4C8C16D8-354C-7EAD-BEC8-D41D610D8EB2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2433523418" sldId="377"/>
            <ac:spMk id="1030" creationId="{D0A27832-C58A-5746-E2FF-2E3EA8818B19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2433523418" sldId="377"/>
            <ac:spMk id="1033" creationId="{E920D240-038E-C3B7-7D01-2D44B3B4BFD7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2433523418" sldId="377"/>
            <ac:spMk id="1034" creationId="{E2BDBAA8-F8AC-C74E-819A-B5E83E83A151}"/>
          </ac:spMkLst>
        </pc:spChg>
      </pc:sldChg>
      <pc:sldChg chg="addSp delSp modSp add del mod ord modNotes">
        <pc:chgData name="MIRELES HERNANDEZ Enrique" userId="59608afa-8118-4e24-a4f5-0eda2870f65c" providerId="ADAL" clId="{F986A30C-396F-42B9-99B4-0662258C0C71}" dt="2026-04-14T20:21:54.451" v="10179" actId="47"/>
        <pc:sldMkLst>
          <pc:docMk/>
          <pc:sldMk cId="2158565433" sldId="378"/>
        </pc:sldMkLst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2158565433" sldId="378"/>
            <ac:spMk id="36" creationId="{AA5117B0-1935-0AB9-A431-277CC6348C35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2158565433" sldId="378"/>
            <ac:spMk id="37" creationId="{9E8BC5F3-5335-822D-C669-2B69B009DBF4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2158565433" sldId="378"/>
            <ac:spMk id="38" creationId="{DC71478C-AFFC-E6F0-0217-79F988400D9E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2158565433" sldId="378"/>
            <ac:spMk id="46" creationId="{E89DFFA8-0CB5-FA45-D286-BC7754C48013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2158565433" sldId="378"/>
            <ac:spMk id="47" creationId="{3402CDFA-C09B-39DA-9E7A-AE0BD2A06909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2158565433" sldId="378"/>
            <ac:spMk id="52" creationId="{4FD1843C-1A24-89ED-0353-10C9856985A4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2158565433" sldId="378"/>
            <ac:spMk id="1030" creationId="{DA74E943-19BF-BAE4-FFD4-DCD5511147FD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2158565433" sldId="378"/>
            <ac:spMk id="1033" creationId="{E30FA239-0AF4-299E-9C94-98958058C4AC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2158565433" sldId="378"/>
            <ac:spMk id="1034" creationId="{3D337FBD-FD13-C976-CB8B-3915B473F06B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2158565433" sldId="378"/>
            <ac:spMk id="1035" creationId="{A4CFA738-4671-52A9-3820-49ACBF1A1D3A}"/>
          </ac:spMkLst>
        </pc:spChg>
      </pc:sldChg>
      <pc:sldChg chg="addSp delSp modSp add del mod ord modNotes">
        <pc:chgData name="MIRELES HERNANDEZ Enrique" userId="59608afa-8118-4e24-a4f5-0eda2870f65c" providerId="ADAL" clId="{F986A30C-396F-42B9-99B4-0662258C0C71}" dt="2026-04-14T20:21:54.451" v="10179" actId="47"/>
        <pc:sldMkLst>
          <pc:docMk/>
          <pc:sldMk cId="1977827682" sldId="379"/>
        </pc:sldMkLst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1977827682" sldId="379"/>
            <ac:spMk id="9" creationId="{EB7DA55D-8567-F1D0-A153-FCD87ADB8BAF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1977827682" sldId="379"/>
            <ac:spMk id="36" creationId="{803620B3-0738-678E-B341-BF8B8E866CE0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1977827682" sldId="379"/>
            <ac:spMk id="37" creationId="{8982059C-6101-C66D-8894-DB154172A890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1977827682" sldId="379"/>
            <ac:spMk id="38" creationId="{F30DCC04-8DDC-F627-5935-282E800FEA73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1977827682" sldId="379"/>
            <ac:spMk id="46" creationId="{35FE8686-6AEE-EC2B-88D6-98880CF77705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1977827682" sldId="379"/>
            <ac:spMk id="48" creationId="{E7B5DDD7-F36F-8FCC-8178-4B2841A3E10E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1977827682" sldId="379"/>
            <ac:spMk id="52" creationId="{297C1ADF-1CA3-4AC9-8CA6-D20416B93903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1977827682" sldId="379"/>
            <ac:spMk id="1030" creationId="{D1A7F484-4007-A699-C71E-08EBCC454861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1977827682" sldId="379"/>
            <ac:spMk id="1033" creationId="{205B392A-161D-235F-B963-37792E1526AF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1977827682" sldId="379"/>
            <ac:spMk id="1035" creationId="{3BF73D60-9A50-8F9B-A23D-C8FFC6BCD9E5}"/>
          </ac:spMkLst>
        </pc:spChg>
      </pc:sldChg>
      <pc:sldChg chg="addSp delSp modSp add del mod delAnim modNotes">
        <pc:chgData name="MIRELES HERNANDEZ Enrique" userId="59608afa-8118-4e24-a4f5-0eda2870f65c" providerId="ADAL" clId="{F986A30C-396F-42B9-99B4-0662258C0C71}" dt="2026-04-14T20:21:54.451" v="10179" actId="47"/>
        <pc:sldMkLst>
          <pc:docMk/>
          <pc:sldMk cId="2243977674" sldId="380"/>
        </pc:sldMkLst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2243977674" sldId="380"/>
            <ac:spMk id="9" creationId="{C1BC97CB-5F2D-ED5D-2C23-7E8BB22EDD9F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2243977674" sldId="380"/>
            <ac:spMk id="32" creationId="{AEC3FB7F-9D6F-0B05-628F-4A02C2506443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2243977674" sldId="380"/>
            <ac:spMk id="36" creationId="{71BCD23A-8E5A-4F7D-1C93-AD2D3A6BCA32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2243977674" sldId="380"/>
            <ac:spMk id="37" creationId="{CD16D263-F533-CC9F-EC93-DCA45DE59ABE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2243977674" sldId="380"/>
            <ac:spMk id="38" creationId="{F8091E70-602F-A176-A483-6FE599360808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2243977674" sldId="380"/>
            <ac:spMk id="46" creationId="{B96064A5-9EBC-F947-22DF-BB2AB43C1241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2243977674" sldId="380"/>
            <ac:spMk id="47" creationId="{90977DB2-1104-BAC6-7787-D8C7586F03BF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2243977674" sldId="380"/>
            <ac:spMk id="1030" creationId="{3FEA2CD7-F2C8-8999-6D1C-57F0E3E277DE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2243977674" sldId="380"/>
            <ac:spMk id="1033" creationId="{6AC97D9B-E1B2-4131-0887-269DE8F2BC19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2243977674" sldId="380"/>
            <ac:spMk id="1035" creationId="{1081CD77-B67B-396E-384A-79F68E3B2E23}"/>
          </ac:spMkLst>
        </pc:spChg>
      </pc:sldChg>
      <pc:sldChg chg="addSp delSp modSp add del mod ord delAnim modNotes">
        <pc:chgData name="MIRELES HERNANDEZ Enrique" userId="59608afa-8118-4e24-a4f5-0eda2870f65c" providerId="ADAL" clId="{F986A30C-396F-42B9-99B4-0662258C0C71}" dt="2026-04-14T20:21:54.451" v="10179" actId="47"/>
        <pc:sldMkLst>
          <pc:docMk/>
          <pc:sldMk cId="1808311712" sldId="381"/>
        </pc:sldMkLst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1808311712" sldId="381"/>
            <ac:spMk id="32" creationId="{D9D8428C-9CB6-54F2-B714-BD334BA1944B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1808311712" sldId="381"/>
            <ac:spMk id="36" creationId="{B6EAD53D-F846-8E57-22DC-2525FA668784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1808311712" sldId="381"/>
            <ac:spMk id="37" creationId="{80B6C3C9-81CC-C608-337A-686821CF7E31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1808311712" sldId="381"/>
            <ac:spMk id="38" creationId="{305317D1-256C-F66B-D0F0-6FA73B0BC888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1808311712" sldId="381"/>
            <ac:spMk id="46" creationId="{633DF4A8-2032-72B0-9E8F-C5A8DDE965CB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1808311712" sldId="381"/>
            <ac:spMk id="47" creationId="{D111242C-5B95-2B37-6027-122CEA268C84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1808311712" sldId="381"/>
            <ac:spMk id="52" creationId="{969ED51C-AC74-5A0B-80BF-C24ACD3BC880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1808311712" sldId="381"/>
            <ac:spMk id="1030" creationId="{017941C8-7582-A429-121F-888B2710B8D6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1808311712" sldId="381"/>
            <ac:spMk id="1034" creationId="{9A094A6F-7416-627F-8895-59407DB0F54F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1808311712" sldId="381"/>
            <ac:spMk id="1035" creationId="{FA80E98D-B516-DE67-FEF9-1FBC06F58BAA}"/>
          </ac:spMkLst>
        </pc:spChg>
      </pc:sldChg>
      <pc:sldChg chg="addSp modSp add del mod ord modNotes">
        <pc:chgData name="MIRELES HERNANDEZ Enrique" userId="59608afa-8118-4e24-a4f5-0eda2870f65c" providerId="ADAL" clId="{F986A30C-396F-42B9-99B4-0662258C0C71}" dt="2026-04-14T20:21:54.451" v="10179" actId="47"/>
        <pc:sldMkLst>
          <pc:docMk/>
          <pc:sldMk cId="3595101992" sldId="382"/>
        </pc:sldMkLst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595101992" sldId="382"/>
            <ac:spMk id="19" creationId="{CFF228B7-BA3C-C118-2782-01966D142116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595101992" sldId="382"/>
            <ac:spMk id="32" creationId="{5517EEC3-956E-F4A3-D630-416240095290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595101992" sldId="382"/>
            <ac:spMk id="38" creationId="{941A2F42-51C3-9E75-0E97-1F26119742A6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595101992" sldId="382"/>
            <ac:spMk id="46" creationId="{C5FCF0F8-1DE9-1A38-3D94-42B5869F426B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595101992" sldId="382"/>
            <ac:spMk id="47" creationId="{E54E8839-42C1-0FF8-39B0-CD387B1390ED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595101992" sldId="382"/>
            <ac:spMk id="48" creationId="{057E3BFD-859E-77B2-7E77-7CF5F7B102E2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595101992" sldId="382"/>
            <ac:spMk id="52" creationId="{B33FFA3C-6A20-3FAD-7894-D6C841FCF5CD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595101992" sldId="382"/>
            <ac:spMk id="1030" creationId="{D7F383BE-2A73-9798-06E5-0E94450A28D5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595101992" sldId="382"/>
            <ac:spMk id="1033" creationId="{8BAA9B81-48F8-986C-88B0-1AE5D4CB4829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3595101992" sldId="382"/>
            <ac:spMk id="1035" creationId="{EE8E3014-62C0-FDF1-B813-D3A4ABAA007B}"/>
          </ac:spMkLst>
        </pc:spChg>
      </pc:sldChg>
      <pc:sldChg chg="addSp delSp modSp add del mod modNotes">
        <pc:chgData name="MIRELES HERNANDEZ Enrique" userId="59608afa-8118-4e24-a4f5-0eda2870f65c" providerId="ADAL" clId="{F986A30C-396F-42B9-99B4-0662258C0C71}" dt="2026-04-14T20:21:54.451" v="10179" actId="47"/>
        <pc:sldMkLst>
          <pc:docMk/>
          <pc:sldMk cId="2540415215" sldId="383"/>
        </pc:sldMkLst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2540415215" sldId="383"/>
            <ac:spMk id="19" creationId="{A8010EE3-CA65-BE24-6B8F-86CC54937D7F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2540415215" sldId="383"/>
            <ac:spMk id="32" creationId="{F4F56FC1-3161-03D5-3F54-58C08F11EC04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2540415215" sldId="383"/>
            <ac:spMk id="37" creationId="{89B6A1D3-3B9F-18CE-0674-59911219984C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2540415215" sldId="383"/>
            <ac:spMk id="46" creationId="{79D6B64A-B77A-803A-B233-18798BC11288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2540415215" sldId="383"/>
            <ac:spMk id="47" creationId="{A7CAB21D-47A3-7AE7-B8CC-E74E5CB94E70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2540415215" sldId="383"/>
            <ac:spMk id="48" creationId="{B8AF042A-F7EA-76F2-B2C1-766612DDAAA4}"/>
          </ac:spMkLst>
        </pc:spChg>
        <pc:spChg chg="mod">
          <ac:chgData name="MIRELES HERNANDEZ Enrique" userId="59608afa-8118-4e24-a4f5-0eda2870f65c" providerId="ADAL" clId="{F986A30C-396F-42B9-99B4-0662258C0C71}" dt="2026-04-14T20:19:16.020" v="10157"/>
          <ac:spMkLst>
            <pc:docMk/>
            <pc:sldMk cId="2540415215" sldId="383"/>
            <ac:spMk id="52" creationId="{2B1C262C-2F69-1941-D5EC-370D8699DCFA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2540415215" sldId="383"/>
            <ac:spMk id="1030" creationId="{CC01034F-75FD-8B69-13BC-99519673266E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2540415215" sldId="383"/>
            <ac:spMk id="1033" creationId="{A348757A-74FC-762C-8BE7-85540006E008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2540415215" sldId="383"/>
            <ac:spMk id="1034" creationId="{5C8B7A67-DDF6-093A-538D-C6FDBEF54EF1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2540415215" sldId="383"/>
            <ac:spMk id="1035" creationId="{658EFC7D-8D21-EF83-394F-41EAD6A2CDEB}"/>
          </ac:spMkLst>
        </pc:spChg>
      </pc:sldChg>
      <pc:sldChg chg="addSp delSp modSp add del mod modNotes">
        <pc:chgData name="MIRELES HERNANDEZ Enrique" userId="59608afa-8118-4e24-a4f5-0eda2870f65c" providerId="ADAL" clId="{F986A30C-396F-42B9-99B4-0662258C0C71}" dt="2026-04-14T20:21:54.451" v="10179" actId="47"/>
        <pc:sldMkLst>
          <pc:docMk/>
          <pc:sldMk cId="1832286234" sldId="384"/>
        </pc:sldMkLst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1832286234" sldId="384"/>
            <ac:spMk id="9" creationId="{395DEDFD-B0CC-3135-AB82-2687953ED6D2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1832286234" sldId="384"/>
            <ac:spMk id="32" creationId="{288631DD-8317-3686-404C-DFBFD6B54938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1832286234" sldId="384"/>
            <ac:spMk id="36" creationId="{7BCDAA49-B004-19D3-C94A-253DD5B938BA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1832286234" sldId="384"/>
            <ac:spMk id="37" creationId="{802CDED8-5DF8-EBBA-9FFC-E749EF3CEEAB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1832286234" sldId="384"/>
            <ac:spMk id="38" creationId="{15D323FB-CCE5-8F60-339C-CE052CD4C12D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1832286234" sldId="384"/>
            <ac:spMk id="46" creationId="{65DE1A8D-2AA1-659A-B448-61CF467D7405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1832286234" sldId="384"/>
            <ac:spMk id="52" creationId="{C48617C5-FBDC-69AD-24AB-CFCCFCF995FE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1832286234" sldId="384"/>
            <ac:spMk id="1030" creationId="{885000D7-081F-F42C-475E-9B7DF9B24FF1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1832286234" sldId="384"/>
            <ac:spMk id="1033" creationId="{C2D00E0B-A029-1AC8-F6D2-BC186523A335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1832286234" sldId="384"/>
            <ac:spMk id="1035" creationId="{E3D2E01F-0326-92E5-0EEE-26A2F15D4792}"/>
          </ac:spMkLst>
        </pc:spChg>
      </pc:sldChg>
      <pc:sldChg chg="addSp delSp modSp add del mod ord modNotes">
        <pc:chgData name="MIRELES HERNANDEZ Enrique" userId="59608afa-8118-4e24-a4f5-0eda2870f65c" providerId="ADAL" clId="{F986A30C-396F-42B9-99B4-0662258C0C71}" dt="2026-04-14T20:21:54.451" v="10179" actId="47"/>
        <pc:sldMkLst>
          <pc:docMk/>
          <pc:sldMk cId="2928926529" sldId="385"/>
        </pc:sldMkLst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2928926529" sldId="385"/>
            <ac:spMk id="19" creationId="{0D2B8F2D-73DC-071F-E566-A9225880FABE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2928926529" sldId="385"/>
            <ac:spMk id="32" creationId="{2BC2C191-098C-BF57-EC75-D29738B243DB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2928926529" sldId="385"/>
            <ac:spMk id="36" creationId="{2B80E8EC-708E-25E7-7CA1-A5BAEC188652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2928926529" sldId="385"/>
            <ac:spMk id="37" creationId="{74388332-482C-26E6-FA6B-C280532D4117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2928926529" sldId="385"/>
            <ac:spMk id="38" creationId="{45804A4B-CAFA-D822-7DC7-D068EBC12277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2928926529" sldId="385"/>
            <ac:spMk id="46" creationId="{6D15861E-D93A-DF7E-EDCA-AEF79BD8069A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2928926529" sldId="385"/>
            <ac:spMk id="48" creationId="{200F8F49-CB42-EF75-FD46-371993574A6B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2928926529" sldId="385"/>
            <ac:spMk id="1030" creationId="{BCABBB2C-120E-9087-5890-E4A1BEF38A27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2928926529" sldId="385"/>
            <ac:spMk id="1034" creationId="{6139DE75-503A-F6C6-6D58-84B208ADC86B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2928926529" sldId="385"/>
            <ac:spMk id="1035" creationId="{7AFFC38C-189C-B5A1-368C-3F38C53D37BB}"/>
          </ac:spMkLst>
        </pc:spChg>
      </pc:sldChg>
      <pc:sldChg chg="modSp add del modNotes">
        <pc:chgData name="MIRELES HERNANDEZ Enrique" userId="59608afa-8118-4e24-a4f5-0eda2870f65c" providerId="ADAL" clId="{F986A30C-396F-42B9-99B4-0662258C0C71}" dt="2026-04-14T20:21:54.451" v="10179" actId="47"/>
        <pc:sldMkLst>
          <pc:docMk/>
          <pc:sldMk cId="1812106295" sldId="386"/>
        </pc:sldMkLst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1812106295" sldId="386"/>
            <ac:spMk id="9" creationId="{D507C294-89E6-3090-9A94-6CEC6050A595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1812106295" sldId="386"/>
            <ac:spMk id="32" creationId="{6CA2AF3A-B240-920E-CFE5-7A1885AC80D3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1812106295" sldId="386"/>
            <ac:spMk id="36" creationId="{04EC8B24-B4A3-FA44-19E1-D68DA406246A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1812106295" sldId="386"/>
            <ac:spMk id="46" creationId="{1876E381-1361-DCCE-D863-07092CF20F50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1812106295" sldId="386"/>
            <ac:spMk id="47" creationId="{1232AFB2-E396-D9EC-3A47-9BBABF058949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1812106295" sldId="386"/>
            <ac:spMk id="48" creationId="{9ACB2558-DFA9-5B77-3EE0-2C9943976390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1812106295" sldId="386"/>
            <ac:spMk id="52" creationId="{FB913A7D-1375-572E-4CA0-BA76E07DDA53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1812106295" sldId="386"/>
            <ac:spMk id="1033" creationId="{1C73B407-C8ED-7744-BF70-A592B6310524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1812106295" sldId="386"/>
            <ac:spMk id="1034" creationId="{5F40C0AE-A4B2-CD1F-FF51-E04BB5237029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k cId="1812106295" sldId="386"/>
            <ac:spMk id="1035" creationId="{3FEF06AF-C159-6B7A-9C81-96AC81B1E241}"/>
          </ac:spMkLst>
        </pc:spChg>
      </pc:sldChg>
      <pc:sldChg chg="addSp delSp modSp add mod">
        <pc:chgData name="MIRELES HERNANDEZ Enrique" userId="59608afa-8118-4e24-a4f5-0eda2870f65c" providerId="ADAL" clId="{F986A30C-396F-42B9-99B4-0662258C0C71}" dt="2026-04-14T20:23:45.893" v="10243" actId="790"/>
        <pc:sldMkLst>
          <pc:docMk/>
          <pc:sldMk cId="611781074" sldId="387"/>
        </pc:sldMkLst>
        <pc:spChg chg="add mod">
          <ac:chgData name="MIRELES HERNANDEZ Enrique" userId="59608afa-8118-4e24-a4f5-0eda2870f65c" providerId="ADAL" clId="{F986A30C-396F-42B9-99B4-0662258C0C71}" dt="2026-04-14T20:23:37.277" v="10241" actId="790"/>
          <ac:spMkLst>
            <pc:docMk/>
            <pc:sldMk cId="611781074" sldId="387"/>
            <ac:spMk id="2" creationId="{E4434AB1-7780-2DC4-3E18-F43452AECC56}"/>
          </ac:spMkLst>
        </pc:spChg>
        <pc:spChg chg="add mod">
          <ac:chgData name="MIRELES HERNANDEZ Enrique" userId="59608afa-8118-4e24-a4f5-0eda2870f65c" providerId="ADAL" clId="{F986A30C-396F-42B9-99B4-0662258C0C71}" dt="2026-04-14T20:23:45.893" v="10243" actId="790"/>
          <ac:spMkLst>
            <pc:docMk/>
            <pc:sldMk cId="611781074" sldId="387"/>
            <ac:spMk id="3" creationId="{9A8A92C7-9527-7678-DEE4-D8F87C9F2FAE}"/>
          </ac:spMkLst>
        </pc:spChg>
        <pc:spChg chg="add mod">
          <ac:chgData name="MIRELES HERNANDEZ Enrique" userId="59608afa-8118-4e24-a4f5-0eda2870f65c" providerId="ADAL" clId="{F986A30C-396F-42B9-99B4-0662258C0C71}" dt="2026-04-14T20:23:41.555" v="10242" actId="790"/>
          <ac:spMkLst>
            <pc:docMk/>
            <pc:sldMk cId="611781074" sldId="387"/>
            <ac:spMk id="5" creationId="{7615942C-F1AA-2C4C-D05B-74891F2D3068}"/>
          </ac:spMkLst>
        </pc:spChg>
        <pc:spChg chg="del mod">
          <ac:chgData name="MIRELES HERNANDEZ Enrique" userId="59608afa-8118-4e24-a4f5-0eda2870f65c" providerId="ADAL" clId="{F986A30C-396F-42B9-99B4-0662258C0C71}" dt="2026-04-14T20:21:36.546" v="10175" actId="478"/>
          <ac:spMkLst>
            <pc:docMk/>
            <pc:sldMk cId="611781074" sldId="387"/>
            <ac:spMk id="9" creationId="{4CD12EA2-67CA-CC8B-B045-BEE92A4F731F}"/>
          </ac:spMkLst>
        </pc:spChg>
        <pc:spChg chg="del mod">
          <ac:chgData name="MIRELES HERNANDEZ Enrique" userId="59608afa-8118-4e24-a4f5-0eda2870f65c" providerId="ADAL" clId="{F986A30C-396F-42B9-99B4-0662258C0C71}" dt="2026-04-14T20:21:30.559" v="10170" actId="478"/>
          <ac:spMkLst>
            <pc:docMk/>
            <pc:sldMk cId="611781074" sldId="387"/>
            <ac:spMk id="56" creationId="{AE06B7C0-BED9-6210-2AC0-9C39BFD8C52C}"/>
          </ac:spMkLst>
        </pc:spChg>
        <pc:spChg chg="del mod">
          <ac:chgData name="MIRELES HERNANDEZ Enrique" userId="59608afa-8118-4e24-a4f5-0eda2870f65c" providerId="ADAL" clId="{F986A30C-396F-42B9-99B4-0662258C0C71}" dt="2026-04-14T20:21:35.430" v="10174" actId="478"/>
          <ac:spMkLst>
            <pc:docMk/>
            <pc:sldMk cId="611781074" sldId="387"/>
            <ac:spMk id="63" creationId="{CF46BAC1-92FA-C7FA-AE90-297975AEB756}"/>
          </ac:spMkLst>
        </pc:spChg>
        <pc:spChg chg="del">
          <ac:chgData name="MIRELES HERNANDEZ Enrique" userId="59608afa-8118-4e24-a4f5-0eda2870f65c" providerId="ADAL" clId="{F986A30C-396F-42B9-99B4-0662258C0C71}" dt="2026-04-14T20:21:33.439" v="10173" actId="478"/>
          <ac:spMkLst>
            <pc:docMk/>
            <pc:sldMk cId="611781074" sldId="387"/>
            <ac:spMk id="1024" creationId="{E8CDE8CA-BBD0-7A7A-DA49-131A64B790F2}"/>
          </ac:spMkLst>
        </pc:spChg>
        <pc:grpChg chg="del">
          <ac:chgData name="MIRELES HERNANDEZ Enrique" userId="59608afa-8118-4e24-a4f5-0eda2870f65c" providerId="ADAL" clId="{F986A30C-396F-42B9-99B4-0662258C0C71}" dt="2026-04-14T20:21:28.640" v="10168" actId="478"/>
          <ac:grpSpMkLst>
            <pc:docMk/>
            <pc:sldMk cId="611781074" sldId="387"/>
            <ac:grpSpMk id="11" creationId="{BBC5AB6C-3B2A-BA9D-48B4-662C1FAA08BC}"/>
          </ac:grpSpMkLst>
        </pc:grpChg>
        <pc:picChg chg="del">
          <ac:chgData name="MIRELES HERNANDEZ Enrique" userId="59608afa-8118-4e24-a4f5-0eda2870f65c" providerId="ADAL" clId="{F986A30C-396F-42B9-99B4-0662258C0C71}" dt="2026-04-14T20:21:32.373" v="10172" actId="478"/>
          <ac:picMkLst>
            <pc:docMk/>
            <pc:sldMk cId="611781074" sldId="387"/>
            <ac:picMk id="1029" creationId="{78F15A79-42B3-59B9-C1E1-F24F57A0DA82}"/>
          </ac:picMkLst>
        </pc:picChg>
      </pc:sldChg>
      <pc:sldChg chg="add del">
        <pc:chgData name="MIRELES HERNANDEZ Enrique" userId="59608afa-8118-4e24-a4f5-0eda2870f65c" providerId="ADAL" clId="{F986A30C-396F-42B9-99B4-0662258C0C71}" dt="2026-04-14T20:23:22.807" v="10239" actId="47"/>
        <pc:sldMkLst>
          <pc:docMk/>
          <pc:sldMk cId="1465521342" sldId="388"/>
        </pc:sldMkLst>
      </pc:sldChg>
      <pc:sldChg chg="add">
        <pc:chgData name="MIRELES HERNANDEZ Enrique" userId="59608afa-8118-4e24-a4f5-0eda2870f65c" providerId="ADAL" clId="{F986A30C-396F-42B9-99B4-0662258C0C71}" dt="2026-04-14T20:24:10.067" v="10244"/>
        <pc:sldMkLst>
          <pc:docMk/>
          <pc:sldMk cId="1519274771" sldId="388"/>
        </pc:sldMkLst>
      </pc:sldChg>
      <pc:sldChg chg="add">
        <pc:chgData name="MIRELES HERNANDEZ Enrique" userId="59608afa-8118-4e24-a4f5-0eda2870f65c" providerId="ADAL" clId="{F986A30C-396F-42B9-99B4-0662258C0C71}" dt="2026-04-14T20:24:10.082" v="10245"/>
        <pc:sldMkLst>
          <pc:docMk/>
          <pc:sldMk cId="1321821195" sldId="389"/>
        </pc:sldMkLst>
      </pc:sldChg>
      <pc:sldChg chg="add del">
        <pc:chgData name="MIRELES HERNANDEZ Enrique" userId="59608afa-8118-4e24-a4f5-0eda2870f65c" providerId="ADAL" clId="{F986A30C-396F-42B9-99B4-0662258C0C71}" dt="2026-04-14T20:23:23.571" v="10240" actId="47"/>
        <pc:sldMkLst>
          <pc:docMk/>
          <pc:sldMk cId="2486346833" sldId="389"/>
        </pc:sldMkLst>
      </pc:sldChg>
      <pc:sldChg chg="add">
        <pc:chgData name="MIRELES HERNANDEZ Enrique" userId="59608afa-8118-4e24-a4f5-0eda2870f65c" providerId="ADAL" clId="{F986A30C-396F-42B9-99B4-0662258C0C71}" dt="2026-04-14T20:24:10.256" v="10246"/>
        <pc:sldMkLst>
          <pc:docMk/>
          <pc:sldMk cId="706880541" sldId="390"/>
        </pc:sldMkLst>
      </pc:sldChg>
      <pc:sldMasterChg chg="modSp modSldLayout">
        <pc:chgData name="MIRELES HERNANDEZ Enrique" userId="59608afa-8118-4e24-a4f5-0eda2870f65c" providerId="ADAL" clId="{F986A30C-396F-42B9-99B4-0662258C0C71}" dt="2026-04-14T20:19:16.020" v="10157"/>
        <pc:sldMasterMkLst>
          <pc:docMk/>
          <pc:sldMasterMk cId="3285485917" sldId="2147483660"/>
        </pc:sldMasterMkLst>
        <pc:spChg chg="mod">
          <ac:chgData name="MIRELES HERNANDEZ Enrique" userId="59608afa-8118-4e24-a4f5-0eda2870f65c" providerId="ADAL" clId="{F986A30C-396F-42B9-99B4-0662258C0C71}" dt="2026-04-14T20:19:16.020" v="10157"/>
          <ac:spMkLst>
            <pc:docMk/>
            <pc:sldMasterMk cId="3285485917" sldId="2147483660"/>
            <ac:spMk id="2" creationId="{00000000-0000-0000-0000-000000000000}"/>
          </ac:spMkLst>
        </pc:spChg>
        <pc:spChg chg="mod">
          <ac:chgData name="MIRELES HERNANDEZ Enrique" userId="59608afa-8118-4e24-a4f5-0eda2870f65c" providerId="ADAL" clId="{F986A30C-396F-42B9-99B4-0662258C0C71}" dt="2026-04-14T20:19:16.020" v="10157"/>
          <ac:spMkLst>
            <pc:docMk/>
            <pc:sldMasterMk cId="3285485917" sldId="2147483660"/>
            <ac:spMk id="3" creationId="{00000000-0000-0000-0000-000000000000}"/>
          </ac:spMkLst>
        </pc:spChg>
        <pc:spChg chg="mod">
          <ac:chgData name="MIRELES HERNANDEZ Enrique" userId="59608afa-8118-4e24-a4f5-0eda2870f65c" providerId="ADAL" clId="{F986A30C-396F-42B9-99B4-0662258C0C71}" dt="2026-04-14T20:19:16.020" v="10157"/>
          <ac:spMkLst>
            <pc:docMk/>
            <pc:sldMasterMk cId="3285485917" sldId="2147483660"/>
            <ac:spMk id="4" creationId="{00000000-0000-0000-0000-000000000000}"/>
          </ac:spMkLst>
        </pc:spChg>
        <pc:spChg chg="mod">
          <ac:chgData name="MIRELES HERNANDEZ Enrique" userId="59608afa-8118-4e24-a4f5-0eda2870f65c" providerId="ADAL" clId="{F986A30C-396F-42B9-99B4-0662258C0C71}" dt="2026-04-14T20:19:16.020" v="10157"/>
          <ac:spMkLst>
            <pc:docMk/>
            <pc:sldMasterMk cId="3285485917" sldId="2147483660"/>
            <ac:spMk id="5" creationId="{00000000-0000-0000-0000-000000000000}"/>
          </ac:spMkLst>
        </pc:spChg>
        <pc:spChg chg="mod">
          <ac:chgData name="MIRELES HERNANDEZ Enrique" userId="59608afa-8118-4e24-a4f5-0eda2870f65c" providerId="ADAL" clId="{F986A30C-396F-42B9-99B4-0662258C0C71}" dt="2026-04-14T20:19:16.020" v="10157"/>
          <ac:spMkLst>
            <pc:docMk/>
            <pc:sldMasterMk cId="3285485917" sldId="2147483660"/>
            <ac:spMk id="6" creationId="{00000000-0000-0000-0000-000000000000}"/>
          </ac:spMkLst>
        </pc:spChg>
        <pc:sldLayoutChg chg="modSp">
          <pc:chgData name="MIRELES HERNANDEZ Enrique" userId="59608afa-8118-4e24-a4f5-0eda2870f65c" providerId="ADAL" clId="{F986A30C-396F-42B9-99B4-0662258C0C71}" dt="2026-04-14T20:19:16.020" v="10157"/>
          <pc:sldLayoutMkLst>
            <pc:docMk/>
            <pc:sldMasterMk cId="3285485917" sldId="2147483660"/>
            <pc:sldLayoutMk cId="855819101" sldId="2147483661"/>
          </pc:sldLayoutMkLst>
          <pc:spChg chg="mod">
            <ac:chgData name="MIRELES HERNANDEZ Enrique" userId="59608afa-8118-4e24-a4f5-0eda2870f65c" providerId="ADAL" clId="{F986A30C-396F-42B9-99B4-0662258C0C71}" dt="2026-04-14T20:19:16.020" v="10157"/>
            <ac:spMkLst>
              <pc:docMk/>
              <pc:sldMasterMk cId="3285485917" sldId="2147483660"/>
              <pc:sldLayoutMk cId="855819101" sldId="2147483661"/>
              <ac:spMk id="2" creationId="{00000000-0000-0000-0000-000000000000}"/>
            </ac:spMkLst>
          </pc:spChg>
          <pc:spChg chg="mod">
            <ac:chgData name="MIRELES HERNANDEZ Enrique" userId="59608afa-8118-4e24-a4f5-0eda2870f65c" providerId="ADAL" clId="{F986A30C-396F-42B9-99B4-0662258C0C71}" dt="2026-04-14T20:19:16.020" v="10157"/>
            <ac:spMkLst>
              <pc:docMk/>
              <pc:sldMasterMk cId="3285485917" sldId="2147483660"/>
              <pc:sldLayoutMk cId="855819101" sldId="2147483661"/>
              <ac:spMk id="3" creationId="{00000000-0000-0000-0000-000000000000}"/>
            </ac:spMkLst>
          </pc:spChg>
        </pc:sldLayoutChg>
        <pc:sldLayoutChg chg="modSp">
          <pc:chgData name="MIRELES HERNANDEZ Enrique" userId="59608afa-8118-4e24-a4f5-0eda2870f65c" providerId="ADAL" clId="{F986A30C-396F-42B9-99B4-0662258C0C71}" dt="2026-04-14T20:19:16.020" v="10157"/>
          <pc:sldLayoutMkLst>
            <pc:docMk/>
            <pc:sldMasterMk cId="3285485917" sldId="2147483660"/>
            <pc:sldLayoutMk cId="1859499963" sldId="2147483663"/>
          </pc:sldLayoutMkLst>
          <pc:spChg chg="mod">
            <ac:chgData name="MIRELES HERNANDEZ Enrique" userId="59608afa-8118-4e24-a4f5-0eda2870f65c" providerId="ADAL" clId="{F986A30C-396F-42B9-99B4-0662258C0C71}" dt="2026-04-14T20:19:16.020" v="10157"/>
            <ac:spMkLst>
              <pc:docMk/>
              <pc:sldMasterMk cId="3285485917" sldId="2147483660"/>
              <pc:sldLayoutMk cId="1859499963" sldId="2147483663"/>
              <ac:spMk id="2" creationId="{00000000-0000-0000-0000-000000000000}"/>
            </ac:spMkLst>
          </pc:spChg>
          <pc:spChg chg="mod">
            <ac:chgData name="MIRELES HERNANDEZ Enrique" userId="59608afa-8118-4e24-a4f5-0eda2870f65c" providerId="ADAL" clId="{F986A30C-396F-42B9-99B4-0662258C0C71}" dt="2026-04-14T20:19:16.020" v="10157"/>
            <ac:spMkLst>
              <pc:docMk/>
              <pc:sldMasterMk cId="3285485917" sldId="2147483660"/>
              <pc:sldLayoutMk cId="1859499963" sldId="2147483663"/>
              <ac:spMk id="3" creationId="{00000000-0000-0000-0000-000000000000}"/>
            </ac:spMkLst>
          </pc:spChg>
        </pc:sldLayoutChg>
        <pc:sldLayoutChg chg="modSp">
          <pc:chgData name="MIRELES HERNANDEZ Enrique" userId="59608afa-8118-4e24-a4f5-0eda2870f65c" providerId="ADAL" clId="{F986A30C-396F-42B9-99B4-0662258C0C71}" dt="2026-04-14T20:19:16.020" v="10157"/>
          <pc:sldLayoutMkLst>
            <pc:docMk/>
            <pc:sldMasterMk cId="3285485917" sldId="2147483660"/>
            <pc:sldLayoutMk cId="3708102903" sldId="2147483664"/>
          </pc:sldLayoutMkLst>
          <pc:spChg chg="mod">
            <ac:chgData name="MIRELES HERNANDEZ Enrique" userId="59608afa-8118-4e24-a4f5-0eda2870f65c" providerId="ADAL" clId="{F986A30C-396F-42B9-99B4-0662258C0C71}" dt="2026-04-14T20:19:16.020" v="10157"/>
            <ac:spMkLst>
              <pc:docMk/>
              <pc:sldMasterMk cId="3285485917" sldId="2147483660"/>
              <pc:sldLayoutMk cId="3708102903" sldId="2147483664"/>
              <ac:spMk id="3" creationId="{00000000-0000-0000-0000-000000000000}"/>
            </ac:spMkLst>
          </pc:spChg>
          <pc:spChg chg="mod">
            <ac:chgData name="MIRELES HERNANDEZ Enrique" userId="59608afa-8118-4e24-a4f5-0eda2870f65c" providerId="ADAL" clId="{F986A30C-396F-42B9-99B4-0662258C0C71}" dt="2026-04-14T20:19:16.020" v="10157"/>
            <ac:spMkLst>
              <pc:docMk/>
              <pc:sldMasterMk cId="3285485917" sldId="2147483660"/>
              <pc:sldLayoutMk cId="3708102903" sldId="2147483664"/>
              <ac:spMk id="4" creationId="{00000000-0000-0000-0000-000000000000}"/>
            </ac:spMkLst>
          </pc:spChg>
        </pc:sldLayoutChg>
        <pc:sldLayoutChg chg="modSp">
          <pc:chgData name="MIRELES HERNANDEZ Enrique" userId="59608afa-8118-4e24-a4f5-0eda2870f65c" providerId="ADAL" clId="{F986A30C-396F-42B9-99B4-0662258C0C71}" dt="2026-04-14T20:19:16.020" v="10157"/>
          <pc:sldLayoutMkLst>
            <pc:docMk/>
            <pc:sldMasterMk cId="3285485917" sldId="2147483660"/>
            <pc:sldLayoutMk cId="2924923187" sldId="2147483665"/>
          </pc:sldLayoutMkLst>
          <pc:spChg chg="mod">
            <ac:chgData name="MIRELES HERNANDEZ Enrique" userId="59608afa-8118-4e24-a4f5-0eda2870f65c" providerId="ADAL" clId="{F986A30C-396F-42B9-99B4-0662258C0C71}" dt="2026-04-14T20:19:16.020" v="10157"/>
            <ac:spMkLst>
              <pc:docMk/>
              <pc:sldMasterMk cId="3285485917" sldId="2147483660"/>
              <pc:sldLayoutMk cId="2924923187" sldId="2147483665"/>
              <ac:spMk id="2" creationId="{00000000-0000-0000-0000-000000000000}"/>
            </ac:spMkLst>
          </pc:spChg>
          <pc:spChg chg="mod">
            <ac:chgData name="MIRELES HERNANDEZ Enrique" userId="59608afa-8118-4e24-a4f5-0eda2870f65c" providerId="ADAL" clId="{F986A30C-396F-42B9-99B4-0662258C0C71}" dt="2026-04-14T20:19:16.020" v="10157"/>
            <ac:spMkLst>
              <pc:docMk/>
              <pc:sldMasterMk cId="3285485917" sldId="2147483660"/>
              <pc:sldLayoutMk cId="2924923187" sldId="2147483665"/>
              <ac:spMk id="3" creationId="{00000000-0000-0000-0000-000000000000}"/>
            </ac:spMkLst>
          </pc:spChg>
          <pc:spChg chg="mod">
            <ac:chgData name="MIRELES HERNANDEZ Enrique" userId="59608afa-8118-4e24-a4f5-0eda2870f65c" providerId="ADAL" clId="{F986A30C-396F-42B9-99B4-0662258C0C71}" dt="2026-04-14T20:19:16.020" v="10157"/>
            <ac:spMkLst>
              <pc:docMk/>
              <pc:sldMasterMk cId="3285485917" sldId="2147483660"/>
              <pc:sldLayoutMk cId="2924923187" sldId="2147483665"/>
              <ac:spMk id="4" creationId="{00000000-0000-0000-0000-000000000000}"/>
            </ac:spMkLst>
          </pc:spChg>
          <pc:spChg chg="mod">
            <ac:chgData name="MIRELES HERNANDEZ Enrique" userId="59608afa-8118-4e24-a4f5-0eda2870f65c" providerId="ADAL" clId="{F986A30C-396F-42B9-99B4-0662258C0C71}" dt="2026-04-14T20:19:16.020" v="10157"/>
            <ac:spMkLst>
              <pc:docMk/>
              <pc:sldMasterMk cId="3285485917" sldId="2147483660"/>
              <pc:sldLayoutMk cId="2924923187" sldId="2147483665"/>
              <ac:spMk id="5" creationId="{00000000-0000-0000-0000-000000000000}"/>
            </ac:spMkLst>
          </pc:spChg>
          <pc:spChg chg="mod">
            <ac:chgData name="MIRELES HERNANDEZ Enrique" userId="59608afa-8118-4e24-a4f5-0eda2870f65c" providerId="ADAL" clId="{F986A30C-396F-42B9-99B4-0662258C0C71}" dt="2026-04-14T20:19:16.020" v="10157"/>
            <ac:spMkLst>
              <pc:docMk/>
              <pc:sldMasterMk cId="3285485917" sldId="2147483660"/>
              <pc:sldLayoutMk cId="2924923187" sldId="2147483665"/>
              <ac:spMk id="6" creationId="{00000000-0000-0000-0000-000000000000}"/>
            </ac:spMkLst>
          </pc:spChg>
        </pc:sldLayoutChg>
        <pc:sldLayoutChg chg="modSp">
          <pc:chgData name="MIRELES HERNANDEZ Enrique" userId="59608afa-8118-4e24-a4f5-0eda2870f65c" providerId="ADAL" clId="{F986A30C-396F-42B9-99B4-0662258C0C71}" dt="2026-04-14T20:19:16.020" v="10157"/>
          <pc:sldLayoutMkLst>
            <pc:docMk/>
            <pc:sldMasterMk cId="3285485917" sldId="2147483660"/>
            <pc:sldLayoutMk cId="832276662" sldId="2147483668"/>
          </pc:sldLayoutMkLst>
          <pc:spChg chg="mod">
            <ac:chgData name="MIRELES HERNANDEZ Enrique" userId="59608afa-8118-4e24-a4f5-0eda2870f65c" providerId="ADAL" clId="{F986A30C-396F-42B9-99B4-0662258C0C71}" dt="2026-04-14T20:19:16.020" v="10157"/>
            <ac:spMkLst>
              <pc:docMk/>
              <pc:sldMasterMk cId="3285485917" sldId="2147483660"/>
              <pc:sldLayoutMk cId="832276662" sldId="2147483668"/>
              <ac:spMk id="2" creationId="{00000000-0000-0000-0000-000000000000}"/>
            </ac:spMkLst>
          </pc:spChg>
          <pc:spChg chg="mod">
            <ac:chgData name="MIRELES HERNANDEZ Enrique" userId="59608afa-8118-4e24-a4f5-0eda2870f65c" providerId="ADAL" clId="{F986A30C-396F-42B9-99B4-0662258C0C71}" dt="2026-04-14T20:19:16.020" v="10157"/>
            <ac:spMkLst>
              <pc:docMk/>
              <pc:sldMasterMk cId="3285485917" sldId="2147483660"/>
              <pc:sldLayoutMk cId="832276662" sldId="2147483668"/>
              <ac:spMk id="3" creationId="{00000000-0000-0000-0000-000000000000}"/>
            </ac:spMkLst>
          </pc:spChg>
          <pc:spChg chg="mod">
            <ac:chgData name="MIRELES HERNANDEZ Enrique" userId="59608afa-8118-4e24-a4f5-0eda2870f65c" providerId="ADAL" clId="{F986A30C-396F-42B9-99B4-0662258C0C71}" dt="2026-04-14T20:19:16.020" v="10157"/>
            <ac:spMkLst>
              <pc:docMk/>
              <pc:sldMasterMk cId="3285485917" sldId="2147483660"/>
              <pc:sldLayoutMk cId="832276662" sldId="2147483668"/>
              <ac:spMk id="4" creationId="{00000000-0000-0000-0000-000000000000}"/>
            </ac:spMkLst>
          </pc:spChg>
        </pc:sldLayoutChg>
        <pc:sldLayoutChg chg="modSp">
          <pc:chgData name="MIRELES HERNANDEZ Enrique" userId="59608afa-8118-4e24-a4f5-0eda2870f65c" providerId="ADAL" clId="{F986A30C-396F-42B9-99B4-0662258C0C71}" dt="2026-04-14T20:19:16.020" v="10157"/>
          <pc:sldLayoutMkLst>
            <pc:docMk/>
            <pc:sldMasterMk cId="3285485917" sldId="2147483660"/>
            <pc:sldLayoutMk cId="1066224143" sldId="2147483669"/>
          </pc:sldLayoutMkLst>
          <pc:spChg chg="mod">
            <ac:chgData name="MIRELES HERNANDEZ Enrique" userId="59608afa-8118-4e24-a4f5-0eda2870f65c" providerId="ADAL" clId="{F986A30C-396F-42B9-99B4-0662258C0C71}" dt="2026-04-14T20:19:16.020" v="10157"/>
            <ac:spMkLst>
              <pc:docMk/>
              <pc:sldMasterMk cId="3285485917" sldId="2147483660"/>
              <pc:sldLayoutMk cId="1066224143" sldId="2147483669"/>
              <ac:spMk id="2" creationId="{00000000-0000-0000-0000-000000000000}"/>
            </ac:spMkLst>
          </pc:spChg>
          <pc:spChg chg="mod">
            <ac:chgData name="MIRELES HERNANDEZ Enrique" userId="59608afa-8118-4e24-a4f5-0eda2870f65c" providerId="ADAL" clId="{F986A30C-396F-42B9-99B4-0662258C0C71}" dt="2026-04-14T20:19:16.020" v="10157"/>
            <ac:spMkLst>
              <pc:docMk/>
              <pc:sldMasterMk cId="3285485917" sldId="2147483660"/>
              <pc:sldLayoutMk cId="1066224143" sldId="2147483669"/>
              <ac:spMk id="3" creationId="{00000000-0000-0000-0000-000000000000}"/>
            </ac:spMkLst>
          </pc:spChg>
          <pc:spChg chg="mod">
            <ac:chgData name="MIRELES HERNANDEZ Enrique" userId="59608afa-8118-4e24-a4f5-0eda2870f65c" providerId="ADAL" clId="{F986A30C-396F-42B9-99B4-0662258C0C71}" dt="2026-04-14T20:19:16.020" v="10157"/>
            <ac:spMkLst>
              <pc:docMk/>
              <pc:sldMasterMk cId="3285485917" sldId="2147483660"/>
              <pc:sldLayoutMk cId="1066224143" sldId="2147483669"/>
              <ac:spMk id="4" creationId="{00000000-0000-0000-0000-000000000000}"/>
            </ac:spMkLst>
          </pc:spChg>
        </pc:sldLayoutChg>
        <pc:sldLayoutChg chg="modSp">
          <pc:chgData name="MIRELES HERNANDEZ Enrique" userId="59608afa-8118-4e24-a4f5-0eda2870f65c" providerId="ADAL" clId="{F986A30C-396F-42B9-99B4-0662258C0C71}" dt="2026-04-14T20:19:16.020" v="10157"/>
          <pc:sldLayoutMkLst>
            <pc:docMk/>
            <pc:sldMasterMk cId="3285485917" sldId="2147483660"/>
            <pc:sldLayoutMk cId="766457499" sldId="2147483671"/>
          </pc:sldLayoutMkLst>
          <pc:spChg chg="mod">
            <ac:chgData name="MIRELES HERNANDEZ Enrique" userId="59608afa-8118-4e24-a4f5-0eda2870f65c" providerId="ADAL" clId="{F986A30C-396F-42B9-99B4-0662258C0C71}" dt="2026-04-14T20:19:16.020" v="10157"/>
            <ac:spMkLst>
              <pc:docMk/>
              <pc:sldMasterMk cId="3285485917" sldId="2147483660"/>
              <pc:sldLayoutMk cId="766457499" sldId="2147483671"/>
              <ac:spMk id="2" creationId="{00000000-0000-0000-0000-000000000000}"/>
            </ac:spMkLst>
          </pc:spChg>
          <pc:spChg chg="mod">
            <ac:chgData name="MIRELES HERNANDEZ Enrique" userId="59608afa-8118-4e24-a4f5-0eda2870f65c" providerId="ADAL" clId="{F986A30C-396F-42B9-99B4-0662258C0C71}" dt="2026-04-14T20:19:16.020" v="10157"/>
            <ac:spMkLst>
              <pc:docMk/>
              <pc:sldMasterMk cId="3285485917" sldId="2147483660"/>
              <pc:sldLayoutMk cId="766457499" sldId="2147483671"/>
              <ac:spMk id="3" creationId="{00000000-0000-0000-0000-000000000000}"/>
            </ac:spMkLst>
          </pc:spChg>
        </pc:sldLayoutChg>
      </pc:sldMasterChg>
      <pc:sldMasterChg chg="modSp modSldLayout">
        <pc:chgData name="MIRELES HERNANDEZ Enrique" userId="59608afa-8118-4e24-a4f5-0eda2870f65c" providerId="ADAL" clId="{F986A30C-396F-42B9-99B4-0662258C0C71}" dt="2026-04-14T20:19:58.038" v="10158"/>
        <pc:sldMasterMkLst>
          <pc:docMk/>
          <pc:sldMasterMk cId="1596955642" sldId="2147483672"/>
        </pc:sldMasterMkLst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asterMk cId="1596955642" sldId="2147483672"/>
            <ac:spMk id="2" creationId="{00000000-0000-0000-0000-000000000000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asterMk cId="1596955642" sldId="2147483672"/>
            <ac:spMk id="3" creationId="{00000000-0000-0000-0000-000000000000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asterMk cId="1596955642" sldId="2147483672"/>
            <ac:spMk id="4" creationId="{00000000-0000-0000-0000-000000000000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asterMk cId="1596955642" sldId="2147483672"/>
            <ac:spMk id="5" creationId="{00000000-0000-0000-0000-000000000000}"/>
          </ac:spMkLst>
        </pc:spChg>
        <pc:spChg chg="mod">
          <ac:chgData name="MIRELES HERNANDEZ Enrique" userId="59608afa-8118-4e24-a4f5-0eda2870f65c" providerId="ADAL" clId="{F986A30C-396F-42B9-99B4-0662258C0C71}" dt="2026-04-14T20:19:58.038" v="10158"/>
          <ac:spMkLst>
            <pc:docMk/>
            <pc:sldMasterMk cId="1596955642" sldId="2147483672"/>
            <ac:spMk id="6" creationId="{00000000-0000-0000-0000-000000000000}"/>
          </ac:spMkLst>
        </pc:spChg>
        <pc:sldLayoutChg chg="modSp">
          <pc:chgData name="MIRELES HERNANDEZ Enrique" userId="59608afa-8118-4e24-a4f5-0eda2870f65c" providerId="ADAL" clId="{F986A30C-396F-42B9-99B4-0662258C0C71}" dt="2026-04-14T20:19:58.038" v="10158"/>
          <pc:sldLayoutMkLst>
            <pc:docMk/>
            <pc:sldMasterMk cId="1596955642" sldId="2147483672"/>
            <pc:sldLayoutMk cId="3028425110" sldId="2147483673"/>
          </pc:sldLayoutMkLst>
          <pc:spChg chg="mod">
            <ac:chgData name="MIRELES HERNANDEZ Enrique" userId="59608afa-8118-4e24-a4f5-0eda2870f65c" providerId="ADAL" clId="{F986A30C-396F-42B9-99B4-0662258C0C71}" dt="2026-04-14T20:19:58.038" v="10158"/>
            <ac:spMkLst>
              <pc:docMk/>
              <pc:sldMasterMk cId="1596955642" sldId="2147483672"/>
              <pc:sldLayoutMk cId="3028425110" sldId="2147483673"/>
              <ac:spMk id="2" creationId="{00000000-0000-0000-0000-000000000000}"/>
            </ac:spMkLst>
          </pc:spChg>
          <pc:spChg chg="mod">
            <ac:chgData name="MIRELES HERNANDEZ Enrique" userId="59608afa-8118-4e24-a4f5-0eda2870f65c" providerId="ADAL" clId="{F986A30C-396F-42B9-99B4-0662258C0C71}" dt="2026-04-14T20:19:58.038" v="10158"/>
            <ac:spMkLst>
              <pc:docMk/>
              <pc:sldMasterMk cId="1596955642" sldId="2147483672"/>
              <pc:sldLayoutMk cId="3028425110" sldId="2147483673"/>
              <ac:spMk id="3" creationId="{00000000-0000-0000-0000-000000000000}"/>
            </ac:spMkLst>
          </pc:spChg>
        </pc:sldLayoutChg>
        <pc:sldLayoutChg chg="modSp">
          <pc:chgData name="MIRELES HERNANDEZ Enrique" userId="59608afa-8118-4e24-a4f5-0eda2870f65c" providerId="ADAL" clId="{F986A30C-396F-42B9-99B4-0662258C0C71}" dt="2026-04-14T20:19:58.038" v="10158"/>
          <pc:sldLayoutMkLst>
            <pc:docMk/>
            <pc:sldMasterMk cId="1596955642" sldId="2147483672"/>
            <pc:sldLayoutMk cId="422155876" sldId="2147483675"/>
          </pc:sldLayoutMkLst>
          <pc:spChg chg="mod">
            <ac:chgData name="MIRELES HERNANDEZ Enrique" userId="59608afa-8118-4e24-a4f5-0eda2870f65c" providerId="ADAL" clId="{F986A30C-396F-42B9-99B4-0662258C0C71}" dt="2026-04-14T20:19:58.038" v="10158"/>
            <ac:spMkLst>
              <pc:docMk/>
              <pc:sldMasterMk cId="1596955642" sldId="2147483672"/>
              <pc:sldLayoutMk cId="422155876" sldId="2147483675"/>
              <ac:spMk id="2" creationId="{00000000-0000-0000-0000-000000000000}"/>
            </ac:spMkLst>
          </pc:spChg>
          <pc:spChg chg="mod">
            <ac:chgData name="MIRELES HERNANDEZ Enrique" userId="59608afa-8118-4e24-a4f5-0eda2870f65c" providerId="ADAL" clId="{F986A30C-396F-42B9-99B4-0662258C0C71}" dt="2026-04-14T20:19:58.038" v="10158"/>
            <ac:spMkLst>
              <pc:docMk/>
              <pc:sldMasterMk cId="1596955642" sldId="2147483672"/>
              <pc:sldLayoutMk cId="422155876" sldId="2147483675"/>
              <ac:spMk id="3" creationId="{00000000-0000-0000-0000-000000000000}"/>
            </ac:spMkLst>
          </pc:spChg>
        </pc:sldLayoutChg>
        <pc:sldLayoutChg chg="modSp">
          <pc:chgData name="MIRELES HERNANDEZ Enrique" userId="59608afa-8118-4e24-a4f5-0eda2870f65c" providerId="ADAL" clId="{F986A30C-396F-42B9-99B4-0662258C0C71}" dt="2026-04-14T20:19:58.038" v="10158"/>
          <pc:sldLayoutMkLst>
            <pc:docMk/>
            <pc:sldMasterMk cId="1596955642" sldId="2147483672"/>
            <pc:sldLayoutMk cId="3959691098" sldId="2147483676"/>
          </pc:sldLayoutMkLst>
          <pc:spChg chg="mod">
            <ac:chgData name="MIRELES HERNANDEZ Enrique" userId="59608afa-8118-4e24-a4f5-0eda2870f65c" providerId="ADAL" clId="{F986A30C-396F-42B9-99B4-0662258C0C71}" dt="2026-04-14T20:19:58.038" v="10158"/>
            <ac:spMkLst>
              <pc:docMk/>
              <pc:sldMasterMk cId="1596955642" sldId="2147483672"/>
              <pc:sldLayoutMk cId="3959691098" sldId="2147483676"/>
              <ac:spMk id="3" creationId="{00000000-0000-0000-0000-000000000000}"/>
            </ac:spMkLst>
          </pc:spChg>
          <pc:spChg chg="mod">
            <ac:chgData name="MIRELES HERNANDEZ Enrique" userId="59608afa-8118-4e24-a4f5-0eda2870f65c" providerId="ADAL" clId="{F986A30C-396F-42B9-99B4-0662258C0C71}" dt="2026-04-14T20:19:58.038" v="10158"/>
            <ac:spMkLst>
              <pc:docMk/>
              <pc:sldMasterMk cId="1596955642" sldId="2147483672"/>
              <pc:sldLayoutMk cId="3959691098" sldId="2147483676"/>
              <ac:spMk id="4" creationId="{00000000-0000-0000-0000-000000000000}"/>
            </ac:spMkLst>
          </pc:spChg>
        </pc:sldLayoutChg>
        <pc:sldLayoutChg chg="modSp">
          <pc:chgData name="MIRELES HERNANDEZ Enrique" userId="59608afa-8118-4e24-a4f5-0eda2870f65c" providerId="ADAL" clId="{F986A30C-396F-42B9-99B4-0662258C0C71}" dt="2026-04-14T20:19:58.038" v="10158"/>
          <pc:sldLayoutMkLst>
            <pc:docMk/>
            <pc:sldMasterMk cId="1596955642" sldId="2147483672"/>
            <pc:sldLayoutMk cId="3681842629" sldId="2147483677"/>
          </pc:sldLayoutMkLst>
          <pc:spChg chg="mod">
            <ac:chgData name="MIRELES HERNANDEZ Enrique" userId="59608afa-8118-4e24-a4f5-0eda2870f65c" providerId="ADAL" clId="{F986A30C-396F-42B9-99B4-0662258C0C71}" dt="2026-04-14T20:19:58.038" v="10158"/>
            <ac:spMkLst>
              <pc:docMk/>
              <pc:sldMasterMk cId="1596955642" sldId="2147483672"/>
              <pc:sldLayoutMk cId="3681842629" sldId="2147483677"/>
              <ac:spMk id="2" creationId="{00000000-0000-0000-0000-000000000000}"/>
            </ac:spMkLst>
          </pc:spChg>
          <pc:spChg chg="mod">
            <ac:chgData name="MIRELES HERNANDEZ Enrique" userId="59608afa-8118-4e24-a4f5-0eda2870f65c" providerId="ADAL" clId="{F986A30C-396F-42B9-99B4-0662258C0C71}" dt="2026-04-14T20:19:58.038" v="10158"/>
            <ac:spMkLst>
              <pc:docMk/>
              <pc:sldMasterMk cId="1596955642" sldId="2147483672"/>
              <pc:sldLayoutMk cId="3681842629" sldId="2147483677"/>
              <ac:spMk id="3" creationId="{00000000-0000-0000-0000-000000000000}"/>
            </ac:spMkLst>
          </pc:spChg>
          <pc:spChg chg="mod">
            <ac:chgData name="MIRELES HERNANDEZ Enrique" userId="59608afa-8118-4e24-a4f5-0eda2870f65c" providerId="ADAL" clId="{F986A30C-396F-42B9-99B4-0662258C0C71}" dt="2026-04-14T20:19:58.038" v="10158"/>
            <ac:spMkLst>
              <pc:docMk/>
              <pc:sldMasterMk cId="1596955642" sldId="2147483672"/>
              <pc:sldLayoutMk cId="3681842629" sldId="2147483677"/>
              <ac:spMk id="4" creationId="{00000000-0000-0000-0000-000000000000}"/>
            </ac:spMkLst>
          </pc:spChg>
          <pc:spChg chg="mod">
            <ac:chgData name="MIRELES HERNANDEZ Enrique" userId="59608afa-8118-4e24-a4f5-0eda2870f65c" providerId="ADAL" clId="{F986A30C-396F-42B9-99B4-0662258C0C71}" dt="2026-04-14T20:19:58.038" v="10158"/>
            <ac:spMkLst>
              <pc:docMk/>
              <pc:sldMasterMk cId="1596955642" sldId="2147483672"/>
              <pc:sldLayoutMk cId="3681842629" sldId="2147483677"/>
              <ac:spMk id="5" creationId="{00000000-0000-0000-0000-000000000000}"/>
            </ac:spMkLst>
          </pc:spChg>
          <pc:spChg chg="mod">
            <ac:chgData name="MIRELES HERNANDEZ Enrique" userId="59608afa-8118-4e24-a4f5-0eda2870f65c" providerId="ADAL" clId="{F986A30C-396F-42B9-99B4-0662258C0C71}" dt="2026-04-14T20:19:58.038" v="10158"/>
            <ac:spMkLst>
              <pc:docMk/>
              <pc:sldMasterMk cId="1596955642" sldId="2147483672"/>
              <pc:sldLayoutMk cId="3681842629" sldId="2147483677"/>
              <ac:spMk id="6" creationId="{00000000-0000-0000-0000-000000000000}"/>
            </ac:spMkLst>
          </pc:spChg>
        </pc:sldLayoutChg>
        <pc:sldLayoutChg chg="modSp">
          <pc:chgData name="MIRELES HERNANDEZ Enrique" userId="59608afa-8118-4e24-a4f5-0eda2870f65c" providerId="ADAL" clId="{F986A30C-396F-42B9-99B4-0662258C0C71}" dt="2026-04-14T20:19:58.038" v="10158"/>
          <pc:sldLayoutMkLst>
            <pc:docMk/>
            <pc:sldMasterMk cId="1596955642" sldId="2147483672"/>
            <pc:sldLayoutMk cId="2763129720" sldId="2147483680"/>
          </pc:sldLayoutMkLst>
          <pc:spChg chg="mod">
            <ac:chgData name="MIRELES HERNANDEZ Enrique" userId="59608afa-8118-4e24-a4f5-0eda2870f65c" providerId="ADAL" clId="{F986A30C-396F-42B9-99B4-0662258C0C71}" dt="2026-04-14T20:19:58.038" v="10158"/>
            <ac:spMkLst>
              <pc:docMk/>
              <pc:sldMasterMk cId="1596955642" sldId="2147483672"/>
              <pc:sldLayoutMk cId="2763129720" sldId="2147483680"/>
              <ac:spMk id="2" creationId="{00000000-0000-0000-0000-000000000000}"/>
            </ac:spMkLst>
          </pc:spChg>
          <pc:spChg chg="mod">
            <ac:chgData name="MIRELES HERNANDEZ Enrique" userId="59608afa-8118-4e24-a4f5-0eda2870f65c" providerId="ADAL" clId="{F986A30C-396F-42B9-99B4-0662258C0C71}" dt="2026-04-14T20:19:58.038" v="10158"/>
            <ac:spMkLst>
              <pc:docMk/>
              <pc:sldMasterMk cId="1596955642" sldId="2147483672"/>
              <pc:sldLayoutMk cId="2763129720" sldId="2147483680"/>
              <ac:spMk id="3" creationId="{00000000-0000-0000-0000-000000000000}"/>
            </ac:spMkLst>
          </pc:spChg>
          <pc:spChg chg="mod">
            <ac:chgData name="MIRELES HERNANDEZ Enrique" userId="59608afa-8118-4e24-a4f5-0eda2870f65c" providerId="ADAL" clId="{F986A30C-396F-42B9-99B4-0662258C0C71}" dt="2026-04-14T20:19:58.038" v="10158"/>
            <ac:spMkLst>
              <pc:docMk/>
              <pc:sldMasterMk cId="1596955642" sldId="2147483672"/>
              <pc:sldLayoutMk cId="2763129720" sldId="2147483680"/>
              <ac:spMk id="4" creationId="{00000000-0000-0000-0000-000000000000}"/>
            </ac:spMkLst>
          </pc:spChg>
        </pc:sldLayoutChg>
        <pc:sldLayoutChg chg="modSp">
          <pc:chgData name="MIRELES HERNANDEZ Enrique" userId="59608afa-8118-4e24-a4f5-0eda2870f65c" providerId="ADAL" clId="{F986A30C-396F-42B9-99B4-0662258C0C71}" dt="2026-04-14T20:19:58.038" v="10158"/>
          <pc:sldLayoutMkLst>
            <pc:docMk/>
            <pc:sldMasterMk cId="1596955642" sldId="2147483672"/>
            <pc:sldLayoutMk cId="2598442743" sldId="2147483681"/>
          </pc:sldLayoutMkLst>
          <pc:spChg chg="mod">
            <ac:chgData name="MIRELES HERNANDEZ Enrique" userId="59608afa-8118-4e24-a4f5-0eda2870f65c" providerId="ADAL" clId="{F986A30C-396F-42B9-99B4-0662258C0C71}" dt="2026-04-14T20:19:58.038" v="10158"/>
            <ac:spMkLst>
              <pc:docMk/>
              <pc:sldMasterMk cId="1596955642" sldId="2147483672"/>
              <pc:sldLayoutMk cId="2598442743" sldId="2147483681"/>
              <ac:spMk id="2" creationId="{00000000-0000-0000-0000-000000000000}"/>
            </ac:spMkLst>
          </pc:spChg>
          <pc:spChg chg="mod">
            <ac:chgData name="MIRELES HERNANDEZ Enrique" userId="59608afa-8118-4e24-a4f5-0eda2870f65c" providerId="ADAL" clId="{F986A30C-396F-42B9-99B4-0662258C0C71}" dt="2026-04-14T20:19:58.038" v="10158"/>
            <ac:spMkLst>
              <pc:docMk/>
              <pc:sldMasterMk cId="1596955642" sldId="2147483672"/>
              <pc:sldLayoutMk cId="2598442743" sldId="2147483681"/>
              <ac:spMk id="3" creationId="{00000000-0000-0000-0000-000000000000}"/>
            </ac:spMkLst>
          </pc:spChg>
          <pc:spChg chg="mod">
            <ac:chgData name="MIRELES HERNANDEZ Enrique" userId="59608afa-8118-4e24-a4f5-0eda2870f65c" providerId="ADAL" clId="{F986A30C-396F-42B9-99B4-0662258C0C71}" dt="2026-04-14T20:19:58.038" v="10158"/>
            <ac:spMkLst>
              <pc:docMk/>
              <pc:sldMasterMk cId="1596955642" sldId="2147483672"/>
              <pc:sldLayoutMk cId="2598442743" sldId="2147483681"/>
              <ac:spMk id="4" creationId="{00000000-0000-0000-0000-000000000000}"/>
            </ac:spMkLst>
          </pc:spChg>
        </pc:sldLayoutChg>
        <pc:sldLayoutChg chg="modSp">
          <pc:chgData name="MIRELES HERNANDEZ Enrique" userId="59608afa-8118-4e24-a4f5-0eda2870f65c" providerId="ADAL" clId="{F986A30C-396F-42B9-99B4-0662258C0C71}" dt="2026-04-14T20:19:58.038" v="10158"/>
          <pc:sldLayoutMkLst>
            <pc:docMk/>
            <pc:sldMasterMk cId="1596955642" sldId="2147483672"/>
            <pc:sldLayoutMk cId="4237985112" sldId="2147483683"/>
          </pc:sldLayoutMkLst>
          <pc:spChg chg="mod">
            <ac:chgData name="MIRELES HERNANDEZ Enrique" userId="59608afa-8118-4e24-a4f5-0eda2870f65c" providerId="ADAL" clId="{F986A30C-396F-42B9-99B4-0662258C0C71}" dt="2026-04-14T20:19:58.038" v="10158"/>
            <ac:spMkLst>
              <pc:docMk/>
              <pc:sldMasterMk cId="1596955642" sldId="2147483672"/>
              <pc:sldLayoutMk cId="4237985112" sldId="2147483683"/>
              <ac:spMk id="2" creationId="{00000000-0000-0000-0000-000000000000}"/>
            </ac:spMkLst>
          </pc:spChg>
          <pc:spChg chg="mod">
            <ac:chgData name="MIRELES HERNANDEZ Enrique" userId="59608afa-8118-4e24-a4f5-0eda2870f65c" providerId="ADAL" clId="{F986A30C-396F-42B9-99B4-0662258C0C71}" dt="2026-04-14T20:19:58.038" v="10158"/>
            <ac:spMkLst>
              <pc:docMk/>
              <pc:sldMasterMk cId="1596955642" sldId="2147483672"/>
              <pc:sldLayoutMk cId="4237985112" sldId="2147483683"/>
              <ac:spMk id="3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94D4FD-6EA2-42FA-95EC-0F91F2F7A59F}" type="datetimeFigureOut">
              <a:rPr lang="fr-FR" smtClean="0"/>
              <a:t>15/07/2026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943DF0-0546-4338-A447-077890CD2B4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7558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Adios</a:t>
            </a:r>
            <a:r>
              <a:rPr lang="fr-FR" dirty="0"/>
              <a:t> </a:t>
            </a:r>
            <a:r>
              <a:rPr lang="fr-FR" dirty="0" err="1"/>
              <a:t>herramienta</a:t>
            </a:r>
            <a:r>
              <a:rPr lang="fr-FR" dirty="0"/>
              <a:t>, tapis </a:t>
            </a:r>
            <a:r>
              <a:rPr lang="fr-FR" dirty="0" err="1"/>
              <a:t>dexels</a:t>
            </a:r>
            <a:r>
              <a:rPr lang="fr-FR" dirty="0"/>
              <a:t> dans un </a:t>
            </a:r>
            <a:r>
              <a:rPr lang="fr-FR" dirty="0" err="1"/>
              <a:t>step</a:t>
            </a:r>
            <a:r>
              <a:rPr lang="fr-FR" dirty="0"/>
              <a:t> donne , </a:t>
            </a:r>
            <a:r>
              <a:rPr lang="fr-FR" dirty="0" err="1"/>
              <a:t>orintation</a:t>
            </a:r>
            <a:r>
              <a:rPr lang="fr-FR" dirty="0"/>
              <a:t> </a:t>
            </a:r>
            <a:r>
              <a:rPr lang="fr-FR" dirty="0" err="1"/>
              <a:t>herra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43DF0-0546-4338-A447-077890CD2B4E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93631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2E6AB-C18F-C815-BDF1-4A48FB282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6F3652B-19CA-8A94-81B7-B54692DB69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76AE901-A8A5-9433-54E2-1FA547479F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Adios</a:t>
            </a:r>
            <a:r>
              <a:rPr lang="fr-FR" dirty="0"/>
              <a:t> </a:t>
            </a:r>
            <a:r>
              <a:rPr lang="fr-FR" dirty="0" err="1"/>
              <a:t>herramienta</a:t>
            </a:r>
            <a:r>
              <a:rPr lang="fr-FR" dirty="0"/>
              <a:t>, tapis </a:t>
            </a:r>
            <a:r>
              <a:rPr lang="fr-FR" dirty="0" err="1"/>
              <a:t>dexels</a:t>
            </a:r>
            <a:r>
              <a:rPr lang="fr-FR" dirty="0"/>
              <a:t> dans un </a:t>
            </a:r>
            <a:r>
              <a:rPr lang="fr-FR" dirty="0" err="1"/>
              <a:t>step</a:t>
            </a:r>
            <a:r>
              <a:rPr lang="fr-FR" dirty="0"/>
              <a:t> donne , </a:t>
            </a:r>
            <a:r>
              <a:rPr lang="fr-FR" dirty="0" err="1"/>
              <a:t>orintation</a:t>
            </a:r>
            <a:r>
              <a:rPr lang="fr-FR" dirty="0"/>
              <a:t> </a:t>
            </a:r>
            <a:r>
              <a:rPr lang="fr-FR" dirty="0" err="1"/>
              <a:t>herra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41CF60C-8D11-7F01-898D-F61C9F11A3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43DF0-0546-4338-A447-077890CD2B4E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4317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B2718-3F8F-DBF6-6F4E-EF5DF9580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79D3BBB-43CA-6003-587F-F6CAFA2D6F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D46B37F-75BE-71C4-8008-E5E7D00FEC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Adios</a:t>
            </a:r>
            <a:r>
              <a:rPr lang="fr-FR" dirty="0"/>
              <a:t> </a:t>
            </a:r>
            <a:r>
              <a:rPr lang="fr-FR" dirty="0" err="1"/>
              <a:t>herramienta</a:t>
            </a:r>
            <a:r>
              <a:rPr lang="fr-FR" dirty="0"/>
              <a:t>, tapis </a:t>
            </a:r>
            <a:r>
              <a:rPr lang="fr-FR" dirty="0" err="1"/>
              <a:t>dexels</a:t>
            </a:r>
            <a:r>
              <a:rPr lang="fr-FR" dirty="0"/>
              <a:t> dans un </a:t>
            </a:r>
            <a:r>
              <a:rPr lang="fr-FR" dirty="0" err="1"/>
              <a:t>step</a:t>
            </a:r>
            <a:r>
              <a:rPr lang="fr-FR" dirty="0"/>
              <a:t> donne , </a:t>
            </a:r>
            <a:r>
              <a:rPr lang="fr-FR" dirty="0" err="1"/>
              <a:t>orintation</a:t>
            </a:r>
            <a:r>
              <a:rPr lang="fr-FR" dirty="0"/>
              <a:t> </a:t>
            </a:r>
            <a:r>
              <a:rPr lang="fr-FR" dirty="0" err="1"/>
              <a:t>herra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E558563-133E-626B-C681-00769FA7B7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43DF0-0546-4338-A447-077890CD2B4E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97387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4C46E-FDB2-9290-B231-E20A3C759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698C2FA-B87A-8D3A-5CC9-0981067553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821F958-947D-E57F-7D33-C317EB2279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Adios</a:t>
            </a:r>
            <a:r>
              <a:rPr lang="fr-FR" dirty="0"/>
              <a:t> </a:t>
            </a:r>
            <a:r>
              <a:rPr lang="fr-FR" dirty="0" err="1"/>
              <a:t>herramienta</a:t>
            </a:r>
            <a:r>
              <a:rPr lang="fr-FR" dirty="0"/>
              <a:t>, tapis </a:t>
            </a:r>
            <a:r>
              <a:rPr lang="fr-FR" dirty="0" err="1"/>
              <a:t>dexels</a:t>
            </a:r>
            <a:r>
              <a:rPr lang="fr-FR" dirty="0"/>
              <a:t> dans un </a:t>
            </a:r>
            <a:r>
              <a:rPr lang="fr-FR" dirty="0" err="1"/>
              <a:t>step</a:t>
            </a:r>
            <a:r>
              <a:rPr lang="fr-FR" dirty="0"/>
              <a:t> donne , </a:t>
            </a:r>
            <a:r>
              <a:rPr lang="fr-FR" dirty="0" err="1"/>
              <a:t>orintation</a:t>
            </a:r>
            <a:r>
              <a:rPr lang="fr-FR" dirty="0"/>
              <a:t> </a:t>
            </a:r>
            <a:r>
              <a:rPr lang="fr-FR" dirty="0" err="1"/>
              <a:t>herra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5B91ABE-D628-360C-C438-F63EBE8FBB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43DF0-0546-4338-A447-077890CD2B4E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28852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E497D-82E6-D239-B8A1-5688B39A5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3BD3DCA-F225-7825-70ED-27630BD48A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B1D36D6-3907-3E83-F480-48A61D54CE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spcBef>
                <a:spcPts val="900"/>
              </a:spcBef>
            </a:pPr>
            <a:r>
              <a:rPr lang="fr-FR" sz="1200" b="1" noProof="0" dirty="0">
                <a:solidFill>
                  <a:srgbClr val="223A6D"/>
                </a:solidFill>
              </a:rPr>
              <a:t>Les estimations utilisant des valeurs différentes de beta sont plus proches de la mesure directe.</a:t>
            </a:r>
          </a:p>
          <a:p>
            <a:pPr algn="just">
              <a:lnSpc>
                <a:spcPct val="150000"/>
              </a:lnSpc>
              <a:spcBef>
                <a:spcPts val="900"/>
              </a:spcBef>
            </a:pPr>
            <a:r>
              <a:rPr lang="fr-FR" sz="1200" b="1" noProof="0" dirty="0">
                <a:solidFill>
                  <a:srgbClr val="223A6D"/>
                </a:solidFill>
              </a:rPr>
              <a:t>Le proxy basé sur la force donne une bonne estimation du retard.</a:t>
            </a:r>
          </a:p>
          <a:p>
            <a:pPr algn="just">
              <a:lnSpc>
                <a:spcPct val="150000"/>
              </a:lnSpc>
              <a:spcBef>
                <a:spcPts val="900"/>
              </a:spcBef>
            </a:pPr>
            <a:r>
              <a:rPr lang="fr-FR" sz="1200" b="1" noProof="0" dirty="0">
                <a:solidFill>
                  <a:srgbClr val="223A6D"/>
                </a:solidFill>
              </a:rPr>
              <a:t>La différence de taux de croissance doit être prise en compte.</a:t>
            </a:r>
          </a:p>
          <a:p>
            <a:pPr algn="just">
              <a:lnSpc>
                <a:spcPct val="150000"/>
              </a:lnSpc>
              <a:spcBef>
                <a:spcPts val="900"/>
              </a:spcBef>
            </a:pPr>
            <a:r>
              <a:rPr lang="fr-FR" sz="1200" b="1" noProof="0" dirty="0">
                <a:solidFill>
                  <a:srgbClr val="223A6D"/>
                </a:solidFill>
              </a:rPr>
              <a:t>Cependant, la contribution dominante vient de la perturbation initiale.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928EAE6-E0C4-1B9B-E9C7-94A85B8546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943DF0-0546-4338-A447-077890CD2B4E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3567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CE554-2F6D-4260-8753-53D57109AD5B}" type="datetimeFigureOut">
              <a:rPr lang="fr-FR" smtClean="0"/>
              <a:t>15/07/2026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1E9BF-8B31-4535-8740-CD6ABAA91B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8425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CE554-2F6D-4260-8753-53D57109AD5B}" type="datetimeFigureOut">
              <a:rPr lang="fr-FR" smtClean="0"/>
              <a:t>15/07/2026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1E9BF-8B31-4535-8740-CD6ABAA91B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1765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CE554-2F6D-4260-8753-53D57109AD5B}" type="datetimeFigureOut">
              <a:rPr lang="fr-FR" smtClean="0"/>
              <a:t>15/07/2026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1E9BF-8B31-4535-8740-CD6ABAA91B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155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CE554-2F6D-4260-8753-53D57109AD5B}" type="datetimeFigureOut">
              <a:rPr lang="fr-FR" smtClean="0"/>
              <a:t>15/07/2026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1E9BF-8B31-4535-8740-CD6ABAA91B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9691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CE554-2F6D-4260-8753-53D57109AD5B}" type="datetimeFigureOut">
              <a:rPr lang="fr-FR" smtClean="0"/>
              <a:t>15/07/2026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1E9BF-8B31-4535-8740-CD6ABAA91B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1842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CE554-2F6D-4260-8753-53D57109AD5B}" type="datetimeFigureOut">
              <a:rPr lang="fr-FR" smtClean="0"/>
              <a:t>15/07/2026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1E9BF-8B31-4535-8740-CD6ABAA91B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8585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CE554-2F6D-4260-8753-53D57109AD5B}" type="datetimeFigureOut">
              <a:rPr lang="fr-FR" smtClean="0"/>
              <a:t>15/07/2026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1E9BF-8B31-4535-8740-CD6ABAA91B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9821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CE554-2F6D-4260-8753-53D57109AD5B}" type="datetimeFigureOut">
              <a:rPr lang="fr-FR" smtClean="0"/>
              <a:t>15/07/2026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1E9BF-8B31-4535-8740-CD6ABAA91B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3129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CE554-2F6D-4260-8753-53D57109AD5B}" type="datetimeFigureOut">
              <a:rPr lang="fr-FR" smtClean="0"/>
              <a:t>15/07/2026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1E9BF-8B31-4535-8740-CD6ABAA91B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8442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CE554-2F6D-4260-8753-53D57109AD5B}" type="datetimeFigureOut">
              <a:rPr lang="fr-FR" smtClean="0"/>
              <a:t>15/07/2026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1E9BF-8B31-4535-8740-CD6ABAA91B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3067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CE554-2F6D-4260-8753-53D57109AD5B}" type="datetimeFigureOut">
              <a:rPr lang="fr-FR" smtClean="0"/>
              <a:t>15/07/2026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1E9BF-8B31-4535-8740-CD6ABAA91B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7985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8CE554-2F6D-4260-8753-53D57109AD5B}" type="datetimeFigureOut">
              <a:rPr lang="fr-FR" smtClean="0"/>
              <a:t>15/07/2026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01E9BF-8B31-4535-8740-CD6ABAA91B4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6955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5" Type="http://schemas.openxmlformats.org/officeDocument/2006/relationships/image" Target="../media/image4.png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3.png"/><Relationship Id="rId7" Type="http://schemas.openxmlformats.org/officeDocument/2006/relationships/image" Target="../media/image11.jp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4.png"/><Relationship Id="rId10" Type="http://schemas.openxmlformats.org/officeDocument/2006/relationships/image" Target="../media/image14.png"/><Relationship Id="rId4" Type="http://schemas.openxmlformats.org/officeDocument/2006/relationships/image" Target="../media/image1.jpe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3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jpg"/><Relationship Id="rId5" Type="http://schemas.openxmlformats.org/officeDocument/2006/relationships/image" Target="../media/image4.png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ZoneTexte 55">
            <a:extLst>
              <a:ext uri="{FF2B5EF4-FFF2-40B4-BE49-F238E27FC236}">
                <a16:creationId xmlns:a16="http://schemas.microsoft.com/office/drawing/2014/main" id="{3F66E0FC-B150-F6D4-6496-C05419A25C0C}"/>
              </a:ext>
            </a:extLst>
          </p:cNvPr>
          <p:cNvSpPr txBox="1"/>
          <p:nvPr/>
        </p:nvSpPr>
        <p:spPr>
          <a:xfrm>
            <a:off x="4869896" y="2965974"/>
            <a:ext cx="3953393" cy="300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1" dirty="0">
                <a:ea typeface="Verdana" panose="020B0604030504040204" pitchFamily="34" charset="0"/>
              </a:rPr>
              <a:t>Enrique MIRELES HERNANDEZ</a:t>
            </a:r>
            <a:endParaRPr lang="fr-FR" sz="1351" dirty="0">
              <a:ea typeface="Verdana" panose="020B0604030504040204" pitchFamily="34" charset="0"/>
            </a:endParaRPr>
          </a:p>
        </p:txBody>
      </p:sp>
      <p:sp>
        <p:nvSpPr>
          <p:cNvPr id="63" name="TextBox 38">
            <a:extLst>
              <a:ext uri="{FF2B5EF4-FFF2-40B4-BE49-F238E27FC236}">
                <a16:creationId xmlns:a16="http://schemas.microsoft.com/office/drawing/2014/main" id="{FE6BFB4F-96C8-2CD5-70DC-B7D305F133B0}"/>
              </a:ext>
            </a:extLst>
          </p:cNvPr>
          <p:cNvSpPr txBox="1"/>
          <p:nvPr/>
        </p:nvSpPr>
        <p:spPr>
          <a:xfrm>
            <a:off x="5868747" y="3961673"/>
            <a:ext cx="3400927" cy="52065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ts val="1875"/>
              </a:lnSpc>
            </a:pPr>
            <a:r>
              <a:rPr lang="fr-FR" sz="1600" dirty="0"/>
              <a:t>E. Mireles, P. </a:t>
            </a:r>
            <a:r>
              <a:rPr lang="fr-FR" sz="1600" dirty="0" err="1"/>
              <a:t>Lorong</a:t>
            </a:r>
            <a:r>
              <a:rPr lang="fr-FR" sz="1600" dirty="0"/>
              <a:t>, M. </a:t>
            </a:r>
            <a:r>
              <a:rPr lang="fr-FR" sz="1600" dirty="0" err="1"/>
              <a:t>Guskov</a:t>
            </a:r>
            <a:endParaRPr lang="fr-FR" sz="1600" dirty="0"/>
          </a:p>
          <a:p>
            <a:r>
              <a:rPr lang="fr-FR" sz="1200" i="1" dirty="0"/>
              <a:t>Laboratoire PIMM / ENSAM, Paris, France</a:t>
            </a:r>
          </a:p>
        </p:txBody>
      </p:sp>
      <p:sp>
        <p:nvSpPr>
          <p:cNvPr id="1024" name="TextBox 40">
            <a:extLst>
              <a:ext uri="{FF2B5EF4-FFF2-40B4-BE49-F238E27FC236}">
                <a16:creationId xmlns:a16="http://schemas.microsoft.com/office/drawing/2014/main" id="{22B96852-977B-699B-FD56-5373CDDD26C8}"/>
              </a:ext>
            </a:extLst>
          </p:cNvPr>
          <p:cNvSpPr txBox="1"/>
          <p:nvPr/>
        </p:nvSpPr>
        <p:spPr>
          <a:xfrm>
            <a:off x="5895534" y="4760113"/>
            <a:ext cx="3400927" cy="520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75"/>
              </a:lnSpc>
            </a:pPr>
            <a:r>
              <a:rPr lang="fr-FR" sz="1600" dirty="0">
                <a:ea typeface="Verdana" panose="020B0604030504040204" pitchFamily="34" charset="0"/>
              </a:rPr>
              <a:t>T. Dorlin, H. </a:t>
            </a:r>
            <a:r>
              <a:rPr lang="fr-FR" sz="1600" dirty="0" err="1">
                <a:ea typeface="Verdana" panose="020B0604030504040204" pitchFamily="34" charset="0"/>
              </a:rPr>
              <a:t>Karaouni</a:t>
            </a:r>
            <a:endParaRPr lang="fr-FR" sz="1600" dirty="0">
              <a:ea typeface="Verdana" panose="020B0604030504040204" pitchFamily="34" charset="0"/>
            </a:endParaRPr>
          </a:p>
          <a:p>
            <a:r>
              <a:rPr lang="fr-FR" sz="1200" i="1" dirty="0">
                <a:ea typeface="Verdana" panose="020B0604030504040204" pitchFamily="34" charset="0"/>
              </a:rPr>
              <a:t>Safran S.A., Magny-les-Hameaux, France</a:t>
            </a:r>
          </a:p>
        </p:txBody>
      </p:sp>
      <p:pic>
        <p:nvPicPr>
          <p:cNvPr id="1029" name="Picture 2">
            <a:extLst>
              <a:ext uri="{FF2B5EF4-FFF2-40B4-BE49-F238E27FC236}">
                <a16:creationId xmlns:a16="http://schemas.microsoft.com/office/drawing/2014/main" id="{A919BB90-A3F6-903A-CC19-8E5E347D28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7954" y="4798885"/>
            <a:ext cx="2021279" cy="430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e 10">
            <a:extLst>
              <a:ext uri="{FF2B5EF4-FFF2-40B4-BE49-F238E27FC236}">
                <a16:creationId xmlns:a16="http://schemas.microsoft.com/office/drawing/2014/main" id="{F28C8FF0-7709-AF3E-E99E-2E1FD186EBB7}"/>
              </a:ext>
            </a:extLst>
          </p:cNvPr>
          <p:cNvGrpSpPr>
            <a:grpSpLocks noChangeAspect="1"/>
          </p:cNvGrpSpPr>
          <p:nvPr/>
        </p:nvGrpSpPr>
        <p:grpSpPr>
          <a:xfrm>
            <a:off x="2960213" y="3891133"/>
            <a:ext cx="2798799" cy="626475"/>
            <a:chOff x="2244113" y="4780953"/>
            <a:chExt cx="3452707" cy="772843"/>
          </a:xfrm>
        </p:grpSpPr>
        <p:pic>
          <p:nvPicPr>
            <p:cNvPr id="1028" name="Picture 47">
              <a:extLst>
                <a:ext uri="{FF2B5EF4-FFF2-40B4-BE49-F238E27FC236}">
                  <a16:creationId xmlns:a16="http://schemas.microsoft.com/office/drawing/2014/main" id="{3F4A9BE5-E4B1-BE7A-7B71-C534C9AB5B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55571"/>
            <a:stretch/>
          </p:blipFill>
          <p:spPr>
            <a:xfrm>
              <a:off x="2244113" y="4940510"/>
              <a:ext cx="1962031" cy="486901"/>
            </a:xfrm>
            <a:prstGeom prst="rect">
              <a:avLst/>
            </a:prstGeom>
          </p:spPr>
        </p:pic>
        <p:pic>
          <p:nvPicPr>
            <p:cNvPr id="1032" name="Picture 47">
              <a:extLst>
                <a:ext uri="{FF2B5EF4-FFF2-40B4-BE49-F238E27FC236}">
                  <a16:creationId xmlns:a16="http://schemas.microsoft.com/office/drawing/2014/main" id="{031DEA5D-C0C6-FF88-8DF7-4E79C023616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8117" t="42182" r="20213"/>
            <a:stretch/>
          </p:blipFill>
          <p:spPr>
            <a:xfrm>
              <a:off x="4460292" y="4780953"/>
              <a:ext cx="1236528" cy="772843"/>
            </a:xfrm>
            <a:prstGeom prst="rect">
              <a:avLst/>
            </a:prstGeom>
          </p:spPr>
        </p:pic>
      </p:grpSp>
      <p:sp>
        <p:nvSpPr>
          <p:cNvPr id="1033" name="TextBox 37">
            <a:extLst>
              <a:ext uri="{FF2B5EF4-FFF2-40B4-BE49-F238E27FC236}">
                <a16:creationId xmlns:a16="http://schemas.microsoft.com/office/drawing/2014/main" id="{D5F542AE-90F7-17C4-7545-6F3B16BAEDAE}"/>
              </a:ext>
            </a:extLst>
          </p:cNvPr>
          <p:cNvSpPr txBox="1"/>
          <p:nvPr/>
        </p:nvSpPr>
        <p:spPr>
          <a:xfrm>
            <a:off x="1661001" y="6387955"/>
            <a:ext cx="1806387" cy="300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B214DA50-1A88-40C2-80F7-6A7E565B6BA9}" type="datetime1">
              <a:rPr lang="fr-FR" sz="1351">
                <a:solidFill>
                  <a:schemeClr val="bg1"/>
                </a:solidFill>
              </a:rPr>
              <a:t>15/07/2026</a:t>
            </a:fld>
            <a:endParaRPr lang="fr-FR" sz="1351" dirty="0">
              <a:solidFill>
                <a:schemeClr val="bg1"/>
              </a:solidFill>
            </a:endParaRPr>
          </a:p>
        </p:txBody>
      </p:sp>
      <p:sp>
        <p:nvSpPr>
          <p:cNvPr id="1034" name="Espace réservé du numéro de diapositive 1033">
            <a:extLst>
              <a:ext uri="{FF2B5EF4-FFF2-40B4-BE49-F238E27FC236}">
                <a16:creationId xmlns:a16="http://schemas.microsoft.com/office/drawing/2014/main" id="{D831A8D9-6D30-DA2C-D3F0-6A524F032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45290" y="6391178"/>
            <a:ext cx="212272" cy="273844"/>
          </a:xfrm>
        </p:spPr>
        <p:txBody>
          <a:bodyPr/>
          <a:lstStyle/>
          <a:p>
            <a:fld id="{539B9708-B9D2-4891-830F-2E737CEFD31C}" type="slidenum">
              <a:rPr lang="fr-FR" sz="1500" b="1">
                <a:solidFill>
                  <a:srgbClr val="002060"/>
                </a:solidFill>
              </a:rPr>
              <a:t>1</a:t>
            </a:fld>
            <a:endParaRPr lang="fr-FR" sz="1500" b="1" dirty="0">
              <a:solidFill>
                <a:srgbClr val="002060"/>
              </a:solidFill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7F65721D-7467-EDA7-9A12-CE4DCA516B79}"/>
              </a:ext>
            </a:extLst>
          </p:cNvPr>
          <p:cNvCxnSpPr>
            <a:cxnSpLocks/>
          </p:cNvCxnSpPr>
          <p:nvPr/>
        </p:nvCxnSpPr>
        <p:spPr>
          <a:xfrm>
            <a:off x="114300" y="627733"/>
            <a:ext cx="11951804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86D5F9EE-EFFF-E67B-EEF4-F73E5AB3C543}"/>
              </a:ext>
            </a:extLst>
          </p:cNvPr>
          <p:cNvCxnSpPr>
            <a:cxnSpLocks/>
          </p:cNvCxnSpPr>
          <p:nvPr/>
        </p:nvCxnSpPr>
        <p:spPr>
          <a:xfrm>
            <a:off x="79513" y="6276467"/>
            <a:ext cx="12026348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30">
            <a:extLst>
              <a:ext uri="{FF2B5EF4-FFF2-40B4-BE49-F238E27FC236}">
                <a16:creationId xmlns:a16="http://schemas.microsoft.com/office/drawing/2014/main" id="{740D3480-595A-BA70-7905-31E1117D893D}"/>
              </a:ext>
            </a:extLst>
          </p:cNvPr>
          <p:cNvSpPr txBox="1"/>
          <p:nvPr/>
        </p:nvSpPr>
        <p:spPr>
          <a:xfrm>
            <a:off x="1733783" y="1271219"/>
            <a:ext cx="864546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200" b="1" i="1" dirty="0">
                <a:solidFill>
                  <a:srgbClr val="0F254E"/>
                </a:solidFill>
                <a:ea typeface="Verdana" panose="020B0604030504040204" pitchFamily="34" charset="0"/>
                <a:cs typeface="Arial" panose="020B0604020202020204" pitchFamily="34" charset="0"/>
              </a:rPr>
              <a:t>Effet de la taille de </a:t>
            </a:r>
            <a:r>
              <a:rPr lang="fr-FR" sz="3200" b="1" i="1" dirty="0" err="1">
                <a:solidFill>
                  <a:srgbClr val="0F254E"/>
                </a:solidFill>
                <a:ea typeface="Verdana" panose="020B0604030504040204" pitchFamily="34" charset="0"/>
                <a:cs typeface="Arial" panose="020B0604020202020204" pitchFamily="34" charset="0"/>
              </a:rPr>
              <a:t>dexel</a:t>
            </a:r>
            <a:r>
              <a:rPr lang="fr-FR" sz="3200" b="1" i="1" dirty="0">
                <a:solidFill>
                  <a:srgbClr val="0F254E"/>
                </a:solidFill>
                <a:ea typeface="Verdana" panose="020B0604030504040204" pitchFamily="34" charset="0"/>
                <a:cs typeface="Arial" panose="020B0604020202020204" pitchFamily="34" charset="0"/>
              </a:rPr>
              <a:t> sur la croissance du chatter </a:t>
            </a:r>
          </a:p>
          <a:p>
            <a:pPr algn="ctr"/>
            <a:r>
              <a:rPr lang="fr-FR" sz="2400" i="1" dirty="0">
                <a:solidFill>
                  <a:srgbClr val="0F254E"/>
                </a:solidFill>
                <a:ea typeface="Verdana" panose="020B0604030504040204" pitchFamily="34" charset="0"/>
                <a:cs typeface="Arial" panose="020B0604020202020204" pitchFamily="34" charset="0"/>
              </a:rPr>
              <a:t>Larguer de coupe variable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B272247A-C0E6-5C4B-C919-7AD8C8DC0F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438" y="6310690"/>
            <a:ext cx="3020947" cy="454740"/>
          </a:xfrm>
          <a:prstGeom prst="rect">
            <a:avLst/>
          </a:prstGeom>
        </p:spPr>
      </p:pic>
      <p:pic>
        <p:nvPicPr>
          <p:cNvPr id="16" name="Picture 2">
            <a:extLst>
              <a:ext uri="{FF2B5EF4-FFF2-40B4-BE49-F238E27FC236}">
                <a16:creationId xmlns:a16="http://schemas.microsoft.com/office/drawing/2014/main" id="{E10D77C5-6AE6-E564-7BFD-F777794BB9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2932" y="6378115"/>
            <a:ext cx="1346468" cy="286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A17F2DA2-1A6B-D3F5-19CC-79A7E2EC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2033" y="4914159"/>
            <a:ext cx="79070" cy="34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926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7973A-D00E-87BF-97A5-AEA46BF7F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TextBox 37">
            <a:extLst>
              <a:ext uri="{FF2B5EF4-FFF2-40B4-BE49-F238E27FC236}">
                <a16:creationId xmlns:a16="http://schemas.microsoft.com/office/drawing/2014/main" id="{E83E82CC-ED3E-CE36-86C6-83F753D2BAEE}"/>
              </a:ext>
            </a:extLst>
          </p:cNvPr>
          <p:cNvSpPr txBox="1"/>
          <p:nvPr/>
        </p:nvSpPr>
        <p:spPr>
          <a:xfrm>
            <a:off x="1661001" y="6387955"/>
            <a:ext cx="1806387" cy="300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B214DA50-1A88-40C2-80F7-6A7E565B6BA9}" type="datetime1">
              <a:rPr lang="fr-FR" sz="1351">
                <a:solidFill>
                  <a:schemeClr val="bg1"/>
                </a:solidFill>
              </a:rPr>
              <a:t>15/07/2026</a:t>
            </a:fld>
            <a:endParaRPr lang="fr-FR" sz="1351" dirty="0">
              <a:solidFill>
                <a:schemeClr val="bg1"/>
              </a:solidFill>
            </a:endParaRPr>
          </a:p>
        </p:txBody>
      </p:sp>
      <p:sp>
        <p:nvSpPr>
          <p:cNvPr id="1034" name="Espace réservé du numéro de diapositive 1033">
            <a:extLst>
              <a:ext uri="{FF2B5EF4-FFF2-40B4-BE49-F238E27FC236}">
                <a16:creationId xmlns:a16="http://schemas.microsoft.com/office/drawing/2014/main" id="{C753643B-1F44-E3EE-C161-FE9F4D59D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45290" y="6391178"/>
            <a:ext cx="212272" cy="273844"/>
          </a:xfrm>
        </p:spPr>
        <p:txBody>
          <a:bodyPr/>
          <a:lstStyle/>
          <a:p>
            <a:fld id="{539B9708-B9D2-4891-830F-2E737CEFD31C}" type="slidenum">
              <a:rPr lang="fr-FR" sz="1500" b="1">
                <a:solidFill>
                  <a:srgbClr val="002060"/>
                </a:solidFill>
              </a:rPr>
              <a:t>2</a:t>
            </a:fld>
            <a:endParaRPr lang="fr-FR" sz="1500" b="1" dirty="0">
              <a:solidFill>
                <a:srgbClr val="002060"/>
              </a:solidFill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F6B1617A-BDC8-0F44-A592-D33864D60362}"/>
              </a:ext>
            </a:extLst>
          </p:cNvPr>
          <p:cNvCxnSpPr>
            <a:cxnSpLocks/>
          </p:cNvCxnSpPr>
          <p:nvPr/>
        </p:nvCxnSpPr>
        <p:spPr>
          <a:xfrm>
            <a:off x="114300" y="627733"/>
            <a:ext cx="11951804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67790827-F05E-8DAA-8D9A-6BE72199F4A4}"/>
              </a:ext>
            </a:extLst>
          </p:cNvPr>
          <p:cNvCxnSpPr>
            <a:cxnSpLocks/>
          </p:cNvCxnSpPr>
          <p:nvPr/>
        </p:nvCxnSpPr>
        <p:spPr>
          <a:xfrm>
            <a:off x="79513" y="6276467"/>
            <a:ext cx="12026348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Image 14">
            <a:extLst>
              <a:ext uri="{FF2B5EF4-FFF2-40B4-BE49-F238E27FC236}">
                <a16:creationId xmlns:a16="http://schemas.microsoft.com/office/drawing/2014/main" id="{C2F6A5D8-367B-96AC-EF60-F1E7A8D0C7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438" y="6310690"/>
            <a:ext cx="3020947" cy="454740"/>
          </a:xfrm>
          <a:prstGeom prst="rect">
            <a:avLst/>
          </a:prstGeom>
        </p:spPr>
      </p:pic>
      <p:pic>
        <p:nvPicPr>
          <p:cNvPr id="16" name="Picture 2">
            <a:extLst>
              <a:ext uri="{FF2B5EF4-FFF2-40B4-BE49-F238E27FC236}">
                <a16:creationId xmlns:a16="http://schemas.microsoft.com/office/drawing/2014/main" id="{98393085-00A8-D03E-16B4-462D2ED5CD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2932" y="6378115"/>
            <a:ext cx="1346468" cy="286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3F3B19F6-4878-46D1-62D1-F1106F1573E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2033" y="4914159"/>
            <a:ext cx="79070" cy="34289"/>
          </a:xfrm>
          <a:prstGeom prst="rect">
            <a:avLst/>
          </a:prstGeom>
        </p:spPr>
      </p:pic>
      <p:sp>
        <p:nvSpPr>
          <p:cNvPr id="2" name="TextBox 30">
            <a:extLst>
              <a:ext uri="{FF2B5EF4-FFF2-40B4-BE49-F238E27FC236}">
                <a16:creationId xmlns:a16="http://schemas.microsoft.com/office/drawing/2014/main" id="{E4434AB1-7780-2DC4-3E18-F43452AECC56}"/>
              </a:ext>
            </a:extLst>
          </p:cNvPr>
          <p:cNvSpPr txBox="1"/>
          <p:nvPr/>
        </p:nvSpPr>
        <p:spPr>
          <a:xfrm>
            <a:off x="109827" y="110378"/>
            <a:ext cx="86454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noProof="0" dirty="0" err="1">
                <a:solidFill>
                  <a:srgbClr val="447C84"/>
                </a:solidFill>
                <a:ea typeface="Verdana" panose="020B0604030504040204" pitchFamily="34" charset="0"/>
                <a:cs typeface="Arial" panose="020B0604020202020204" pitchFamily="34" charset="0"/>
              </a:rPr>
              <a:t>Context</a:t>
            </a:r>
            <a:r>
              <a:rPr lang="fr-FR" sz="2000" b="1" noProof="0" dirty="0">
                <a:solidFill>
                  <a:srgbClr val="447C84"/>
                </a:solidFill>
                <a:ea typeface="Verdana" panose="020B0604030504040204" pitchFamily="34" charset="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23A57805-F029-8405-53DE-CA8D1920FD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984" y="1919565"/>
            <a:ext cx="4715664" cy="1788428"/>
          </a:xfrm>
          <a:prstGeom prst="rect">
            <a:avLst/>
          </a:prstGeom>
        </p:spPr>
      </p:pic>
      <p:sp>
        <p:nvSpPr>
          <p:cNvPr id="14" name="TextBox 30">
            <a:extLst>
              <a:ext uri="{FF2B5EF4-FFF2-40B4-BE49-F238E27FC236}">
                <a16:creationId xmlns:a16="http://schemas.microsoft.com/office/drawing/2014/main" id="{DA1B583A-C19F-6A01-9C13-2322084213EC}"/>
              </a:ext>
            </a:extLst>
          </p:cNvPr>
          <p:cNvSpPr txBox="1"/>
          <p:nvPr/>
        </p:nvSpPr>
        <p:spPr>
          <a:xfrm>
            <a:off x="109827" y="3990475"/>
            <a:ext cx="6174954" cy="426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900"/>
              </a:spcBef>
            </a:pPr>
            <a:r>
              <a:rPr lang="fr-FR" sz="1600" b="1" noProof="0" dirty="0">
                <a:solidFill>
                  <a:srgbClr val="223A6D"/>
                </a:solidFill>
              </a:rPr>
              <a:t>Les simulations sont réalisées avec différentes tailles de </a:t>
            </a:r>
            <a:r>
              <a:rPr lang="fr-FR" sz="1600" b="1" noProof="0" dirty="0" err="1">
                <a:solidFill>
                  <a:srgbClr val="223A6D"/>
                </a:solidFill>
              </a:rPr>
              <a:t>dexel</a:t>
            </a:r>
            <a:endParaRPr lang="fr-FR" sz="1600" b="1" noProof="0" dirty="0">
              <a:solidFill>
                <a:srgbClr val="223A6D"/>
              </a:solidFill>
            </a:endParaRPr>
          </a:p>
        </p:txBody>
      </p:sp>
      <p:sp>
        <p:nvSpPr>
          <p:cNvPr id="17" name="TextBox 30">
            <a:extLst>
              <a:ext uri="{FF2B5EF4-FFF2-40B4-BE49-F238E27FC236}">
                <a16:creationId xmlns:a16="http://schemas.microsoft.com/office/drawing/2014/main" id="{9D5D620E-4290-B3C8-1C5C-63F2593B633F}"/>
              </a:ext>
            </a:extLst>
          </p:cNvPr>
          <p:cNvSpPr txBox="1"/>
          <p:nvPr/>
        </p:nvSpPr>
        <p:spPr>
          <a:xfrm>
            <a:off x="109827" y="1012539"/>
            <a:ext cx="5698145" cy="795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900"/>
              </a:spcBef>
            </a:pPr>
            <a:r>
              <a:rPr lang="fr-FR" sz="1600" b="1" noProof="0" dirty="0">
                <a:solidFill>
                  <a:srgbClr val="223A6D"/>
                </a:solidFill>
              </a:rPr>
              <a:t>La profondeur de coupe augmente progressivement de 5 à 15 </a:t>
            </a:r>
            <a:r>
              <a:rPr lang="fr-FR" sz="1600" b="1" noProof="0" dirty="0" err="1">
                <a:solidFill>
                  <a:srgbClr val="223A6D"/>
                </a:solidFill>
              </a:rPr>
              <a:t>mm.</a:t>
            </a:r>
            <a:endParaRPr lang="fr-FR" sz="1600" b="1" noProof="0" dirty="0">
              <a:solidFill>
                <a:srgbClr val="223A6D"/>
              </a:solidFill>
            </a:endParaRPr>
          </a:p>
        </p:txBody>
      </p:sp>
      <p:sp>
        <p:nvSpPr>
          <p:cNvPr id="18" name="TextBox 30">
            <a:extLst>
              <a:ext uri="{FF2B5EF4-FFF2-40B4-BE49-F238E27FC236}">
                <a16:creationId xmlns:a16="http://schemas.microsoft.com/office/drawing/2014/main" id="{EAF62DC5-8FC8-E6E0-0A75-85544265952F}"/>
              </a:ext>
            </a:extLst>
          </p:cNvPr>
          <p:cNvSpPr txBox="1"/>
          <p:nvPr/>
        </p:nvSpPr>
        <p:spPr>
          <a:xfrm>
            <a:off x="481356" y="4416682"/>
            <a:ext cx="5134919" cy="795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900"/>
              </a:spcBef>
            </a:pPr>
            <a:r>
              <a:rPr lang="fr-FR" sz="1600" b="1" noProof="0" dirty="0">
                <a:solidFill>
                  <a:srgbClr val="223A6D"/>
                </a:solidFill>
              </a:rPr>
              <a:t>Lorsque la taille de </a:t>
            </a:r>
            <a:r>
              <a:rPr lang="fr-FR" sz="1600" b="1" noProof="0" dirty="0" err="1">
                <a:solidFill>
                  <a:srgbClr val="223A6D"/>
                </a:solidFill>
              </a:rPr>
              <a:t>dexel</a:t>
            </a:r>
            <a:r>
              <a:rPr lang="fr-FR" sz="1600" b="1" noProof="0" dirty="0">
                <a:solidFill>
                  <a:srgbClr val="223A6D"/>
                </a:solidFill>
              </a:rPr>
              <a:t> diminue, le début du chatter est retardé</a:t>
            </a:r>
          </a:p>
        </p:txBody>
      </p:sp>
      <p:sp>
        <p:nvSpPr>
          <p:cNvPr id="19" name="TextBox 30">
            <a:extLst>
              <a:ext uri="{FF2B5EF4-FFF2-40B4-BE49-F238E27FC236}">
                <a16:creationId xmlns:a16="http://schemas.microsoft.com/office/drawing/2014/main" id="{5D352037-C3A0-DAC7-6B8E-1D41EDBCDE04}"/>
              </a:ext>
            </a:extLst>
          </p:cNvPr>
          <p:cNvSpPr txBox="1"/>
          <p:nvPr/>
        </p:nvSpPr>
        <p:spPr>
          <a:xfrm>
            <a:off x="698771" y="5168239"/>
            <a:ext cx="10350346" cy="1086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900"/>
              </a:spcBef>
            </a:pPr>
            <a:r>
              <a:rPr lang="fr-FR" sz="2000" b="1" noProof="0" dirty="0">
                <a:solidFill>
                  <a:srgbClr val="002060"/>
                </a:solidFill>
              </a:rPr>
              <a:t>Pourquoi un </a:t>
            </a:r>
            <a:r>
              <a:rPr lang="fr-FR" sz="2000" b="1" noProof="0" dirty="0" err="1">
                <a:solidFill>
                  <a:srgbClr val="002060"/>
                </a:solidFill>
              </a:rPr>
              <a:t>dexel</a:t>
            </a:r>
            <a:r>
              <a:rPr lang="fr-FR" sz="2000" b="1" noProof="0" dirty="0">
                <a:solidFill>
                  <a:srgbClr val="002060"/>
                </a:solidFill>
              </a:rPr>
              <a:t> plus fin retarde-t-il l’apparition du chatter ? </a:t>
            </a:r>
          </a:p>
          <a:p>
            <a:pPr algn="ctr">
              <a:lnSpc>
                <a:spcPct val="150000"/>
              </a:lnSpc>
              <a:spcBef>
                <a:spcPts val="900"/>
              </a:spcBef>
            </a:pPr>
            <a:r>
              <a:rPr lang="fr-FR" sz="2000" b="1" noProof="0" dirty="0">
                <a:solidFill>
                  <a:srgbClr val="FF0000"/>
                </a:solidFill>
              </a:rPr>
              <a:t>Une perturbation initiale plus faible – Début plus tard</a:t>
            </a: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5DFCAB78-74B2-FEDF-2BFF-FB1373AD51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31612" y="945034"/>
            <a:ext cx="5719814" cy="4273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781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4F224-B6A0-F8CA-4CEF-1F2549D2E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TextBox 37">
            <a:extLst>
              <a:ext uri="{FF2B5EF4-FFF2-40B4-BE49-F238E27FC236}">
                <a16:creationId xmlns:a16="http://schemas.microsoft.com/office/drawing/2014/main" id="{10F67CBF-1708-1ED9-F67A-EA3B6E03472A}"/>
              </a:ext>
            </a:extLst>
          </p:cNvPr>
          <p:cNvSpPr txBox="1"/>
          <p:nvPr/>
        </p:nvSpPr>
        <p:spPr>
          <a:xfrm>
            <a:off x="1661001" y="6387955"/>
            <a:ext cx="1806387" cy="300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B214DA50-1A88-40C2-80F7-6A7E565B6BA9}" type="datetime1">
              <a:rPr lang="fr-FR" sz="1351">
                <a:solidFill>
                  <a:schemeClr val="bg1"/>
                </a:solidFill>
              </a:rPr>
              <a:t>15/07/2026</a:t>
            </a:fld>
            <a:endParaRPr lang="fr-FR" sz="1351" dirty="0">
              <a:solidFill>
                <a:schemeClr val="bg1"/>
              </a:solidFill>
            </a:endParaRPr>
          </a:p>
        </p:txBody>
      </p:sp>
      <p:sp>
        <p:nvSpPr>
          <p:cNvPr id="1034" name="Espace réservé du numéro de diapositive 1033">
            <a:extLst>
              <a:ext uri="{FF2B5EF4-FFF2-40B4-BE49-F238E27FC236}">
                <a16:creationId xmlns:a16="http://schemas.microsoft.com/office/drawing/2014/main" id="{8DE4E26A-ACEC-B038-CE3C-BD97ED7DA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45290" y="6391178"/>
            <a:ext cx="212272" cy="273844"/>
          </a:xfrm>
        </p:spPr>
        <p:txBody>
          <a:bodyPr/>
          <a:lstStyle/>
          <a:p>
            <a:fld id="{539B9708-B9D2-4891-830F-2E737CEFD31C}" type="slidenum">
              <a:rPr lang="fr-FR" sz="1500" b="1">
                <a:solidFill>
                  <a:srgbClr val="002060"/>
                </a:solidFill>
              </a:rPr>
              <a:t>3</a:t>
            </a:fld>
            <a:endParaRPr lang="fr-FR" sz="1500" b="1" dirty="0">
              <a:solidFill>
                <a:srgbClr val="002060"/>
              </a:solidFill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1E5F7B50-99DC-49D1-60CB-A032069732E3}"/>
              </a:ext>
            </a:extLst>
          </p:cNvPr>
          <p:cNvCxnSpPr>
            <a:cxnSpLocks/>
          </p:cNvCxnSpPr>
          <p:nvPr/>
        </p:nvCxnSpPr>
        <p:spPr>
          <a:xfrm>
            <a:off x="114300" y="627733"/>
            <a:ext cx="11951804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D7C2D8EC-0F88-9728-7EE9-3CE975CDD603}"/>
              </a:ext>
            </a:extLst>
          </p:cNvPr>
          <p:cNvCxnSpPr>
            <a:cxnSpLocks/>
          </p:cNvCxnSpPr>
          <p:nvPr/>
        </p:nvCxnSpPr>
        <p:spPr>
          <a:xfrm>
            <a:off x="79513" y="6276467"/>
            <a:ext cx="12026348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Image 14">
            <a:extLst>
              <a:ext uri="{FF2B5EF4-FFF2-40B4-BE49-F238E27FC236}">
                <a16:creationId xmlns:a16="http://schemas.microsoft.com/office/drawing/2014/main" id="{FA7CEF4F-6400-8FF9-B35A-1CAF01402F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438" y="6310690"/>
            <a:ext cx="3020947" cy="454740"/>
          </a:xfrm>
          <a:prstGeom prst="rect">
            <a:avLst/>
          </a:prstGeom>
        </p:spPr>
      </p:pic>
      <p:pic>
        <p:nvPicPr>
          <p:cNvPr id="16" name="Picture 2">
            <a:extLst>
              <a:ext uri="{FF2B5EF4-FFF2-40B4-BE49-F238E27FC236}">
                <a16:creationId xmlns:a16="http://schemas.microsoft.com/office/drawing/2014/main" id="{0E75EE60-2232-FA74-A407-846FE72F1F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2932" y="6378115"/>
            <a:ext cx="1346468" cy="286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B5E7F6AB-F6DC-44C4-B533-6BA62B6E9F5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2033" y="4914159"/>
            <a:ext cx="79070" cy="34289"/>
          </a:xfrm>
          <a:prstGeom prst="rect">
            <a:avLst/>
          </a:prstGeom>
        </p:spPr>
      </p:pic>
      <p:sp>
        <p:nvSpPr>
          <p:cNvPr id="2" name="TextBox 30">
            <a:extLst>
              <a:ext uri="{FF2B5EF4-FFF2-40B4-BE49-F238E27FC236}">
                <a16:creationId xmlns:a16="http://schemas.microsoft.com/office/drawing/2014/main" id="{60B7846E-1DD0-EBB1-86BA-1718FC81BF1E}"/>
              </a:ext>
            </a:extLst>
          </p:cNvPr>
          <p:cNvSpPr txBox="1"/>
          <p:nvPr/>
        </p:nvSpPr>
        <p:spPr>
          <a:xfrm>
            <a:off x="156150" y="93079"/>
            <a:ext cx="86454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noProof="0" dirty="0">
                <a:solidFill>
                  <a:srgbClr val="447C84"/>
                </a:solidFill>
                <a:ea typeface="Verdana" panose="020B0604030504040204" pitchFamily="34" charset="0"/>
                <a:cs typeface="Arial" panose="020B0604020202020204" pitchFamily="34" charset="0"/>
              </a:rPr>
              <a:t>Extraction du taux de croissance</a:t>
            </a:r>
          </a:p>
        </p:txBody>
      </p:sp>
      <p:sp>
        <p:nvSpPr>
          <p:cNvPr id="3" name="TextBox 30">
            <a:extLst>
              <a:ext uri="{FF2B5EF4-FFF2-40B4-BE49-F238E27FC236}">
                <a16:creationId xmlns:a16="http://schemas.microsoft.com/office/drawing/2014/main" id="{9B2B599E-B128-8611-6D43-18483F1F4317}"/>
              </a:ext>
            </a:extLst>
          </p:cNvPr>
          <p:cNvSpPr txBox="1"/>
          <p:nvPr/>
        </p:nvSpPr>
        <p:spPr>
          <a:xfrm>
            <a:off x="667891" y="942323"/>
            <a:ext cx="5598993" cy="426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900"/>
              </a:spcBef>
            </a:pPr>
            <a:r>
              <a:rPr lang="fr-FR" sz="1600" b="1" noProof="0" dirty="0">
                <a:solidFill>
                  <a:srgbClr val="223A6D"/>
                </a:solidFill>
              </a:rPr>
              <a:t>Dans la zone début chatter croissance exponentielle 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A0AEAE74-FF27-DEE5-53A8-E6BDFE9F3FB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1737" y="1910455"/>
            <a:ext cx="5241560" cy="4231468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D73C211F-F3EA-4B98-6406-035DCD879C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4185" y="1285886"/>
            <a:ext cx="4022244" cy="624295"/>
          </a:xfrm>
          <a:prstGeom prst="rect">
            <a:avLst/>
          </a:prstGeom>
        </p:spPr>
      </p:pic>
      <p:sp>
        <p:nvSpPr>
          <p:cNvPr id="17" name="TextBox 30">
            <a:extLst>
              <a:ext uri="{FF2B5EF4-FFF2-40B4-BE49-F238E27FC236}">
                <a16:creationId xmlns:a16="http://schemas.microsoft.com/office/drawing/2014/main" id="{0ED8F7A5-C705-81A5-5EAC-5E086F0BE782}"/>
              </a:ext>
            </a:extLst>
          </p:cNvPr>
          <p:cNvSpPr txBox="1"/>
          <p:nvPr/>
        </p:nvSpPr>
        <p:spPr>
          <a:xfrm>
            <a:off x="6725187" y="909653"/>
            <a:ext cx="4346155" cy="910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900"/>
              </a:spcBef>
            </a:pPr>
            <a:r>
              <a:rPr lang="fr-FR" sz="1600" b="1" dirty="0">
                <a:solidFill>
                  <a:srgbClr val="223A6D"/>
                </a:solidFill>
              </a:rPr>
              <a:t>Taux de croissance théorique – </a:t>
            </a:r>
            <a:r>
              <a:rPr lang="fr-FR" sz="1600" dirty="0">
                <a:solidFill>
                  <a:srgbClr val="223A6D"/>
                </a:solidFill>
              </a:rPr>
              <a:t>Line continue</a:t>
            </a:r>
          </a:p>
          <a:p>
            <a:pPr algn="just">
              <a:lnSpc>
                <a:spcPct val="150000"/>
              </a:lnSpc>
              <a:spcBef>
                <a:spcPts val="900"/>
              </a:spcBef>
            </a:pPr>
            <a:r>
              <a:rPr lang="fr-FR" sz="1600" b="1" noProof="0" dirty="0">
                <a:solidFill>
                  <a:srgbClr val="223A6D"/>
                </a:solidFill>
              </a:rPr>
              <a:t>Taux de croissance Simulation </a:t>
            </a:r>
            <a:r>
              <a:rPr lang="fr-FR" sz="1600" noProof="0" dirty="0">
                <a:solidFill>
                  <a:srgbClr val="223A6D"/>
                </a:solidFill>
              </a:rPr>
              <a:t>- Points</a:t>
            </a:r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C58215BA-D0FE-1649-878A-22B5F7C9DAA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515" y="1944403"/>
            <a:ext cx="5121472" cy="4146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274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C0E3E-6127-4B27-D5D5-5C1EDCE24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Rectangle : coins arrondis 1036">
            <a:extLst>
              <a:ext uri="{FF2B5EF4-FFF2-40B4-BE49-F238E27FC236}">
                <a16:creationId xmlns:a16="http://schemas.microsoft.com/office/drawing/2014/main" id="{C155B218-2D92-6382-F3FE-DD80D54BA5C3}"/>
              </a:ext>
            </a:extLst>
          </p:cNvPr>
          <p:cNvSpPr/>
          <p:nvPr/>
        </p:nvSpPr>
        <p:spPr>
          <a:xfrm>
            <a:off x="5074688" y="992583"/>
            <a:ext cx="6821484" cy="3899208"/>
          </a:xfrm>
          <a:prstGeom prst="roundRect">
            <a:avLst>
              <a:gd name="adj" fmla="val 1269"/>
            </a:avLst>
          </a:prstGeom>
          <a:solidFill>
            <a:schemeClr val="accent1">
              <a:alpha val="1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33" name="TextBox 37">
            <a:extLst>
              <a:ext uri="{FF2B5EF4-FFF2-40B4-BE49-F238E27FC236}">
                <a16:creationId xmlns:a16="http://schemas.microsoft.com/office/drawing/2014/main" id="{381217A8-B2F4-C534-243A-AC8666735B53}"/>
              </a:ext>
            </a:extLst>
          </p:cNvPr>
          <p:cNvSpPr txBox="1"/>
          <p:nvPr/>
        </p:nvSpPr>
        <p:spPr>
          <a:xfrm>
            <a:off x="1661001" y="6387955"/>
            <a:ext cx="1806387" cy="300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B214DA50-1A88-40C2-80F7-6A7E565B6BA9}" type="datetime1">
              <a:rPr lang="fr-FR" sz="1351">
                <a:solidFill>
                  <a:schemeClr val="bg1"/>
                </a:solidFill>
              </a:rPr>
              <a:t>15/07/2026</a:t>
            </a:fld>
            <a:endParaRPr lang="fr-FR" sz="1351" dirty="0">
              <a:solidFill>
                <a:schemeClr val="bg1"/>
              </a:solidFill>
            </a:endParaRPr>
          </a:p>
        </p:txBody>
      </p:sp>
      <p:sp>
        <p:nvSpPr>
          <p:cNvPr id="1034" name="Espace réservé du numéro de diapositive 1033">
            <a:extLst>
              <a:ext uri="{FF2B5EF4-FFF2-40B4-BE49-F238E27FC236}">
                <a16:creationId xmlns:a16="http://schemas.microsoft.com/office/drawing/2014/main" id="{74196DD3-FA00-4B3F-18F1-DA2775613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45290" y="6391178"/>
            <a:ext cx="212272" cy="273844"/>
          </a:xfrm>
        </p:spPr>
        <p:txBody>
          <a:bodyPr/>
          <a:lstStyle/>
          <a:p>
            <a:fld id="{539B9708-B9D2-4891-830F-2E737CEFD31C}" type="slidenum">
              <a:rPr lang="fr-FR" sz="1500" b="1">
                <a:solidFill>
                  <a:srgbClr val="002060"/>
                </a:solidFill>
              </a:rPr>
              <a:t>4</a:t>
            </a:fld>
            <a:endParaRPr lang="fr-FR" sz="1500" b="1" dirty="0">
              <a:solidFill>
                <a:srgbClr val="002060"/>
              </a:solidFill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FD32AFB6-AFF7-4787-BC74-113F18CFDED3}"/>
              </a:ext>
            </a:extLst>
          </p:cNvPr>
          <p:cNvCxnSpPr>
            <a:cxnSpLocks/>
          </p:cNvCxnSpPr>
          <p:nvPr/>
        </p:nvCxnSpPr>
        <p:spPr>
          <a:xfrm>
            <a:off x="114300" y="627733"/>
            <a:ext cx="11951804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E49035DB-D4F0-F9BB-C03A-999236F9C2E4}"/>
              </a:ext>
            </a:extLst>
          </p:cNvPr>
          <p:cNvCxnSpPr>
            <a:cxnSpLocks/>
          </p:cNvCxnSpPr>
          <p:nvPr/>
        </p:nvCxnSpPr>
        <p:spPr>
          <a:xfrm>
            <a:off x="79513" y="6276467"/>
            <a:ext cx="12026348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Image 14">
            <a:extLst>
              <a:ext uri="{FF2B5EF4-FFF2-40B4-BE49-F238E27FC236}">
                <a16:creationId xmlns:a16="http://schemas.microsoft.com/office/drawing/2014/main" id="{E12497B4-573A-BD7B-041D-B6B89CAE0F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438" y="6310690"/>
            <a:ext cx="3020947" cy="454740"/>
          </a:xfrm>
          <a:prstGeom prst="rect">
            <a:avLst/>
          </a:prstGeom>
        </p:spPr>
      </p:pic>
      <p:pic>
        <p:nvPicPr>
          <p:cNvPr id="16" name="Picture 2">
            <a:extLst>
              <a:ext uri="{FF2B5EF4-FFF2-40B4-BE49-F238E27FC236}">
                <a16:creationId xmlns:a16="http://schemas.microsoft.com/office/drawing/2014/main" id="{86E20DAF-7093-11BB-70F9-48654BB1AC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2932" y="6378115"/>
            <a:ext cx="1346468" cy="286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45217B6F-4551-2C24-D33C-8BE73B7524D5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2033" y="4914159"/>
            <a:ext cx="79070" cy="34289"/>
          </a:xfrm>
          <a:prstGeom prst="rect">
            <a:avLst/>
          </a:prstGeom>
        </p:spPr>
      </p:pic>
      <p:sp>
        <p:nvSpPr>
          <p:cNvPr id="2" name="TextBox 30">
            <a:extLst>
              <a:ext uri="{FF2B5EF4-FFF2-40B4-BE49-F238E27FC236}">
                <a16:creationId xmlns:a16="http://schemas.microsoft.com/office/drawing/2014/main" id="{119054A5-DDA0-79E3-90C6-5CF4D5C36AEB}"/>
              </a:ext>
            </a:extLst>
          </p:cNvPr>
          <p:cNvSpPr txBox="1"/>
          <p:nvPr/>
        </p:nvSpPr>
        <p:spPr>
          <a:xfrm>
            <a:off x="209588" y="85542"/>
            <a:ext cx="86454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noProof="0" dirty="0">
                <a:solidFill>
                  <a:srgbClr val="447C84"/>
                </a:solidFill>
                <a:ea typeface="Verdana" panose="020B0604030504040204" pitchFamily="34" charset="0"/>
                <a:cs typeface="Arial" panose="020B0604020202020204" pitchFamily="34" charset="0"/>
              </a:rPr>
              <a:t>Décomposition du retard temporel</a:t>
            </a:r>
          </a:p>
        </p:txBody>
      </p:sp>
      <p:sp>
        <p:nvSpPr>
          <p:cNvPr id="3" name="TextBox 30">
            <a:extLst>
              <a:ext uri="{FF2B5EF4-FFF2-40B4-BE49-F238E27FC236}">
                <a16:creationId xmlns:a16="http://schemas.microsoft.com/office/drawing/2014/main" id="{AFA93A1B-433A-C613-73B9-66723759B707}"/>
              </a:ext>
            </a:extLst>
          </p:cNvPr>
          <p:cNvSpPr txBox="1"/>
          <p:nvPr/>
        </p:nvSpPr>
        <p:spPr>
          <a:xfrm>
            <a:off x="5559530" y="5344182"/>
            <a:ext cx="3769978" cy="5096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900"/>
              </a:spcBef>
            </a:pPr>
            <a:r>
              <a:rPr lang="fr-FR" sz="2000" b="1" noProof="0" dirty="0">
                <a:solidFill>
                  <a:srgbClr val="223A6D"/>
                </a:solidFill>
              </a:rPr>
              <a:t>Si hypothèses vraies: 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8CF8CA97-53D4-EE4C-F5B9-A9E42CD5F0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1038" y="1287801"/>
            <a:ext cx="2691345" cy="507969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EDA465B0-588B-EB18-5F18-68580D1059E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763" y="1758562"/>
            <a:ext cx="4864812" cy="3938601"/>
          </a:xfrm>
          <a:prstGeom prst="rect">
            <a:avLst/>
          </a:prstGeom>
        </p:spPr>
      </p:pic>
      <p:sp>
        <p:nvSpPr>
          <p:cNvPr id="11" name="TextBox 30">
            <a:extLst>
              <a:ext uri="{FF2B5EF4-FFF2-40B4-BE49-F238E27FC236}">
                <a16:creationId xmlns:a16="http://schemas.microsoft.com/office/drawing/2014/main" id="{D9308A83-8A1C-038F-7932-7E742C716E9B}"/>
              </a:ext>
            </a:extLst>
          </p:cNvPr>
          <p:cNvSpPr txBox="1"/>
          <p:nvPr/>
        </p:nvSpPr>
        <p:spPr>
          <a:xfrm>
            <a:off x="239152" y="742738"/>
            <a:ext cx="4709443" cy="426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900"/>
              </a:spcBef>
            </a:pPr>
            <a:r>
              <a:rPr lang="fr-FR" sz="1600" b="1" noProof="0" dirty="0">
                <a:solidFill>
                  <a:srgbClr val="223A6D"/>
                </a:solidFill>
              </a:rPr>
              <a:t>Niveau de Reference commun pour tous les cas</a:t>
            </a:r>
          </a:p>
        </p:txBody>
      </p:sp>
      <p:sp>
        <p:nvSpPr>
          <p:cNvPr id="12" name="TextBox 30">
            <a:extLst>
              <a:ext uri="{FF2B5EF4-FFF2-40B4-BE49-F238E27FC236}">
                <a16:creationId xmlns:a16="http://schemas.microsoft.com/office/drawing/2014/main" id="{A82645B9-665E-0DDA-3748-F905C4FA228B}"/>
              </a:ext>
            </a:extLst>
          </p:cNvPr>
          <p:cNvSpPr txBox="1"/>
          <p:nvPr/>
        </p:nvSpPr>
        <p:spPr>
          <a:xfrm>
            <a:off x="167845" y="5627470"/>
            <a:ext cx="4709443" cy="426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900"/>
              </a:spcBef>
            </a:pPr>
            <a:r>
              <a:rPr lang="fr-FR" sz="1600" b="1" dirty="0">
                <a:solidFill>
                  <a:srgbClr val="223A6D"/>
                </a:solidFill>
              </a:rPr>
              <a:t>Un temp pour chaque cas</a:t>
            </a:r>
            <a:endParaRPr lang="fr-FR" sz="1600" b="1" noProof="0" dirty="0">
              <a:solidFill>
                <a:srgbClr val="223A6D"/>
              </a:solidFill>
            </a:endParaRP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C388D2F2-90A9-C862-AE1E-855657C9AC9A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959772" y="1563700"/>
            <a:ext cx="3209727" cy="745293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FFE70591-A7C4-0FA8-71A8-7048FD664639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903320" y="2548858"/>
            <a:ext cx="2582110" cy="902299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E2A6CF00-F744-6822-840A-236119FA25E7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223942" y="2573678"/>
            <a:ext cx="2299660" cy="668624"/>
          </a:xfrm>
          <a:prstGeom prst="rect">
            <a:avLst/>
          </a:prstGeom>
        </p:spPr>
      </p:pic>
      <p:pic>
        <p:nvPicPr>
          <p:cNvPr id="28" name="Image 27">
            <a:extLst>
              <a:ext uri="{FF2B5EF4-FFF2-40B4-BE49-F238E27FC236}">
                <a16:creationId xmlns:a16="http://schemas.microsoft.com/office/drawing/2014/main" id="{4C23D090-D14D-D284-F9DF-603F27E778F4}"/>
              </a:ext>
            </a:extLst>
          </p:cNvPr>
          <p:cNvPicPr>
            <a:picLocks noChangeAspect="1"/>
          </p:cNvPicPr>
          <p:nvPr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029417" y="3737755"/>
            <a:ext cx="4346855" cy="1094174"/>
          </a:xfrm>
          <a:prstGeom prst="rect">
            <a:avLst/>
          </a:prstGeom>
        </p:spPr>
      </p:pic>
      <p:pic>
        <p:nvPicPr>
          <p:cNvPr id="33" name="Image 32">
            <a:extLst>
              <a:ext uri="{FF2B5EF4-FFF2-40B4-BE49-F238E27FC236}">
                <a16:creationId xmlns:a16="http://schemas.microsoft.com/office/drawing/2014/main" id="{CF5F47AD-E300-AF59-FDB1-A35EFDD3D6DB}"/>
              </a:ext>
            </a:extLst>
          </p:cNvPr>
          <p:cNvPicPr>
            <a:picLocks noChangeAspect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277539" y="3894130"/>
            <a:ext cx="2788565" cy="944514"/>
          </a:xfrm>
          <a:prstGeom prst="rect">
            <a:avLst/>
          </a:prstGeom>
        </p:spPr>
      </p:pic>
      <p:sp>
        <p:nvSpPr>
          <p:cNvPr id="35" name="TextBox 30">
            <a:extLst>
              <a:ext uri="{FF2B5EF4-FFF2-40B4-BE49-F238E27FC236}">
                <a16:creationId xmlns:a16="http://schemas.microsoft.com/office/drawing/2014/main" id="{4B2C71B0-4311-2EAA-7134-10B268E4F6CA}"/>
              </a:ext>
            </a:extLst>
          </p:cNvPr>
          <p:cNvSpPr txBox="1"/>
          <p:nvPr/>
        </p:nvSpPr>
        <p:spPr>
          <a:xfrm>
            <a:off x="7861752" y="1271549"/>
            <a:ext cx="1771209" cy="426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900"/>
              </a:spcBef>
            </a:pPr>
            <a:r>
              <a:rPr lang="fr-FR" sz="1600" b="1" noProof="0" dirty="0">
                <a:solidFill>
                  <a:srgbClr val="223A6D"/>
                </a:solidFill>
              </a:rPr>
              <a:t>Mesure Directe</a:t>
            </a:r>
          </a:p>
        </p:txBody>
      </p:sp>
      <p:sp>
        <p:nvSpPr>
          <p:cNvPr id="43" name="TextBox 30">
            <a:extLst>
              <a:ext uri="{FF2B5EF4-FFF2-40B4-BE49-F238E27FC236}">
                <a16:creationId xmlns:a16="http://schemas.microsoft.com/office/drawing/2014/main" id="{57632963-C8B2-0035-33D1-C8AEAA704289}"/>
              </a:ext>
            </a:extLst>
          </p:cNvPr>
          <p:cNvSpPr txBox="1"/>
          <p:nvPr/>
        </p:nvSpPr>
        <p:spPr>
          <a:xfrm>
            <a:off x="6639008" y="946958"/>
            <a:ext cx="5223161" cy="426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900"/>
              </a:spcBef>
            </a:pPr>
            <a:r>
              <a:rPr lang="fr-FR" sz="1600" b="1" noProof="0" dirty="0">
                <a:solidFill>
                  <a:srgbClr val="7030A0"/>
                </a:solidFill>
              </a:rPr>
              <a:t>Définition de  3 décalages entre deux cas </a:t>
            </a:r>
          </a:p>
        </p:txBody>
      </p:sp>
      <p:sp>
        <p:nvSpPr>
          <p:cNvPr id="44" name="TextBox 30">
            <a:extLst>
              <a:ext uri="{FF2B5EF4-FFF2-40B4-BE49-F238E27FC236}">
                <a16:creationId xmlns:a16="http://schemas.microsoft.com/office/drawing/2014/main" id="{AD87959F-D836-9D9A-56FD-38301186DEFB}"/>
              </a:ext>
            </a:extLst>
          </p:cNvPr>
          <p:cNvSpPr txBox="1"/>
          <p:nvPr/>
        </p:nvSpPr>
        <p:spPr>
          <a:xfrm>
            <a:off x="5486671" y="2118782"/>
            <a:ext cx="6485614" cy="426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900"/>
              </a:spcBef>
            </a:pPr>
            <a:r>
              <a:rPr lang="fr-FR" sz="1600" b="1" noProof="0" dirty="0">
                <a:solidFill>
                  <a:srgbClr val="223A6D"/>
                </a:solidFill>
              </a:rPr>
              <a:t>À partir de l’ajustement log-linéaire – (Influence de Beta)</a:t>
            </a:r>
          </a:p>
        </p:txBody>
      </p:sp>
      <p:sp>
        <p:nvSpPr>
          <p:cNvPr id="45" name="TextBox 30">
            <a:extLst>
              <a:ext uri="{FF2B5EF4-FFF2-40B4-BE49-F238E27FC236}">
                <a16:creationId xmlns:a16="http://schemas.microsoft.com/office/drawing/2014/main" id="{FC3F2C7A-2D53-AA1E-D28C-D34B7713AA86}"/>
              </a:ext>
            </a:extLst>
          </p:cNvPr>
          <p:cNvSpPr txBox="1"/>
          <p:nvPr/>
        </p:nvSpPr>
        <p:spPr>
          <a:xfrm>
            <a:off x="6273720" y="3399224"/>
            <a:ext cx="5315978" cy="426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900"/>
              </a:spcBef>
            </a:pPr>
            <a:r>
              <a:rPr lang="fr-FR" sz="1600" b="1" noProof="0" dirty="0">
                <a:solidFill>
                  <a:srgbClr val="223A6D"/>
                </a:solidFill>
              </a:rPr>
              <a:t>Proxy de perturbation par force – (Influence de </a:t>
            </a:r>
            <a:r>
              <a:rPr lang="fr-FR" sz="1600" b="1" noProof="0" dirty="0" err="1">
                <a:solidFill>
                  <a:srgbClr val="223A6D"/>
                </a:solidFill>
              </a:rPr>
              <a:t>dexel</a:t>
            </a:r>
            <a:r>
              <a:rPr lang="fr-FR" sz="1600" b="1" noProof="0" dirty="0">
                <a:solidFill>
                  <a:srgbClr val="223A6D"/>
                </a:solidFill>
              </a:rPr>
              <a:t>)</a:t>
            </a:r>
          </a:p>
        </p:txBody>
      </p:sp>
      <p:pic>
        <p:nvPicPr>
          <p:cNvPr id="56" name="Image 55">
            <a:extLst>
              <a:ext uri="{FF2B5EF4-FFF2-40B4-BE49-F238E27FC236}">
                <a16:creationId xmlns:a16="http://schemas.microsoft.com/office/drawing/2014/main" id="{C7BE138A-48FE-8F7F-0B54-6B77A099B72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50055" y="5315493"/>
            <a:ext cx="3657967" cy="620548"/>
          </a:xfrm>
          <a:prstGeom prst="rect">
            <a:avLst/>
          </a:prstGeom>
        </p:spPr>
      </p:pic>
      <p:sp>
        <p:nvSpPr>
          <p:cNvPr id="60" name="Rectangle 59">
            <a:extLst>
              <a:ext uri="{FF2B5EF4-FFF2-40B4-BE49-F238E27FC236}">
                <a16:creationId xmlns:a16="http://schemas.microsoft.com/office/drawing/2014/main" id="{BB2ACAEE-E5FD-524D-39A8-02524C30439A}"/>
              </a:ext>
            </a:extLst>
          </p:cNvPr>
          <p:cNvSpPr/>
          <p:nvPr/>
        </p:nvSpPr>
        <p:spPr>
          <a:xfrm>
            <a:off x="5486671" y="5263254"/>
            <a:ext cx="6202496" cy="73381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62" name="Connecteur droit avec flèche 61">
            <a:extLst>
              <a:ext uri="{FF2B5EF4-FFF2-40B4-BE49-F238E27FC236}">
                <a16:creationId xmlns:a16="http://schemas.microsoft.com/office/drawing/2014/main" id="{37C21342-186F-EFEC-DD4C-991A00E97F99}"/>
              </a:ext>
            </a:extLst>
          </p:cNvPr>
          <p:cNvCxnSpPr>
            <a:cxnSpLocks/>
          </p:cNvCxnSpPr>
          <p:nvPr/>
        </p:nvCxnSpPr>
        <p:spPr>
          <a:xfrm flipH="1" flipV="1">
            <a:off x="2522566" y="3622785"/>
            <a:ext cx="450696" cy="200298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5" name="Connecteur droit avec flèche 1044">
            <a:extLst>
              <a:ext uri="{FF2B5EF4-FFF2-40B4-BE49-F238E27FC236}">
                <a16:creationId xmlns:a16="http://schemas.microsoft.com/office/drawing/2014/main" id="{0266ADCF-B56B-1D88-23B4-F0FCEE552F42}"/>
              </a:ext>
            </a:extLst>
          </p:cNvPr>
          <p:cNvCxnSpPr>
            <a:cxnSpLocks/>
          </p:cNvCxnSpPr>
          <p:nvPr/>
        </p:nvCxnSpPr>
        <p:spPr>
          <a:xfrm flipH="1">
            <a:off x="1024925" y="1698700"/>
            <a:ext cx="719986" cy="188986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1821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03EB8-2530-961B-8107-57C53D8BF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TextBox 37">
            <a:extLst>
              <a:ext uri="{FF2B5EF4-FFF2-40B4-BE49-F238E27FC236}">
                <a16:creationId xmlns:a16="http://schemas.microsoft.com/office/drawing/2014/main" id="{BA840630-2D6D-B3B9-C2C1-5D74A03EBE77}"/>
              </a:ext>
            </a:extLst>
          </p:cNvPr>
          <p:cNvSpPr txBox="1"/>
          <p:nvPr/>
        </p:nvSpPr>
        <p:spPr>
          <a:xfrm>
            <a:off x="1661001" y="6387955"/>
            <a:ext cx="1806387" cy="300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B214DA50-1A88-40C2-80F7-6A7E565B6BA9}" type="datetime1">
              <a:rPr lang="fr-FR" sz="1351">
                <a:solidFill>
                  <a:schemeClr val="bg1"/>
                </a:solidFill>
              </a:rPr>
              <a:t>15/07/2026</a:t>
            </a:fld>
            <a:endParaRPr lang="fr-FR" sz="1351" dirty="0">
              <a:solidFill>
                <a:schemeClr val="bg1"/>
              </a:solidFill>
            </a:endParaRPr>
          </a:p>
        </p:txBody>
      </p:sp>
      <p:sp>
        <p:nvSpPr>
          <p:cNvPr id="1034" name="Espace réservé du numéro de diapositive 1033">
            <a:extLst>
              <a:ext uri="{FF2B5EF4-FFF2-40B4-BE49-F238E27FC236}">
                <a16:creationId xmlns:a16="http://schemas.microsoft.com/office/drawing/2014/main" id="{E92A57E5-692D-C399-D2E9-2E1D5979F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45290" y="6391178"/>
            <a:ext cx="212272" cy="273844"/>
          </a:xfrm>
        </p:spPr>
        <p:txBody>
          <a:bodyPr/>
          <a:lstStyle/>
          <a:p>
            <a:fld id="{539B9708-B9D2-4891-830F-2E737CEFD31C}" type="slidenum">
              <a:rPr lang="fr-FR" sz="1500" b="1">
                <a:solidFill>
                  <a:srgbClr val="002060"/>
                </a:solidFill>
              </a:rPr>
              <a:t>5</a:t>
            </a:fld>
            <a:endParaRPr lang="fr-FR" sz="1500" b="1" dirty="0">
              <a:solidFill>
                <a:srgbClr val="002060"/>
              </a:solidFill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6ED2CA34-8B57-758C-0E3C-5CD407316F19}"/>
              </a:ext>
            </a:extLst>
          </p:cNvPr>
          <p:cNvCxnSpPr>
            <a:cxnSpLocks/>
          </p:cNvCxnSpPr>
          <p:nvPr/>
        </p:nvCxnSpPr>
        <p:spPr>
          <a:xfrm>
            <a:off x="114300" y="627733"/>
            <a:ext cx="11951804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E58979C6-D1B7-2606-6135-7ECA9F3373C9}"/>
              </a:ext>
            </a:extLst>
          </p:cNvPr>
          <p:cNvCxnSpPr>
            <a:cxnSpLocks/>
          </p:cNvCxnSpPr>
          <p:nvPr/>
        </p:nvCxnSpPr>
        <p:spPr>
          <a:xfrm>
            <a:off x="79513" y="6276467"/>
            <a:ext cx="12026348" cy="0"/>
          </a:xfrm>
          <a:prstGeom prst="line">
            <a:avLst/>
          </a:prstGeom>
          <a:ln>
            <a:solidFill>
              <a:srgbClr val="1B73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Image 14">
            <a:extLst>
              <a:ext uri="{FF2B5EF4-FFF2-40B4-BE49-F238E27FC236}">
                <a16:creationId xmlns:a16="http://schemas.microsoft.com/office/drawing/2014/main" id="{C94D034E-5444-8DB0-8593-705D181BB5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438" y="6310690"/>
            <a:ext cx="3020947" cy="454740"/>
          </a:xfrm>
          <a:prstGeom prst="rect">
            <a:avLst/>
          </a:prstGeom>
        </p:spPr>
      </p:pic>
      <p:pic>
        <p:nvPicPr>
          <p:cNvPr id="16" name="Picture 2">
            <a:extLst>
              <a:ext uri="{FF2B5EF4-FFF2-40B4-BE49-F238E27FC236}">
                <a16:creationId xmlns:a16="http://schemas.microsoft.com/office/drawing/2014/main" id="{9523572A-D15D-96A5-D9CE-5BF11BE1F4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2932" y="6378115"/>
            <a:ext cx="1346468" cy="286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85D9A94C-91F9-992D-2362-B7748E4FDB23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2033" y="4914159"/>
            <a:ext cx="79070" cy="34289"/>
          </a:xfrm>
          <a:prstGeom prst="rect">
            <a:avLst/>
          </a:prstGeom>
        </p:spPr>
      </p:pic>
      <p:sp>
        <p:nvSpPr>
          <p:cNvPr id="2" name="TextBox 30">
            <a:extLst>
              <a:ext uri="{FF2B5EF4-FFF2-40B4-BE49-F238E27FC236}">
                <a16:creationId xmlns:a16="http://schemas.microsoft.com/office/drawing/2014/main" id="{8183D2BB-B2CE-92F9-9C41-39588DE2386F}"/>
              </a:ext>
            </a:extLst>
          </p:cNvPr>
          <p:cNvSpPr txBox="1"/>
          <p:nvPr/>
        </p:nvSpPr>
        <p:spPr>
          <a:xfrm>
            <a:off x="185838" y="121152"/>
            <a:ext cx="86454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noProof="0" dirty="0">
                <a:solidFill>
                  <a:srgbClr val="447C84"/>
                </a:solidFill>
                <a:ea typeface="Verdana" panose="020B0604030504040204" pitchFamily="34" charset="0"/>
                <a:cs typeface="Arial" panose="020B0604020202020204" pitchFamily="34" charset="0"/>
              </a:rPr>
              <a:t>Résultats et conclusion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B387EA7C-316C-7500-972E-9EE883B6546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096" y="1823323"/>
            <a:ext cx="10723279" cy="4375879"/>
          </a:xfrm>
          <a:prstGeom prst="rect">
            <a:avLst/>
          </a:prstGeom>
        </p:spPr>
      </p:pic>
      <p:sp>
        <p:nvSpPr>
          <p:cNvPr id="19" name="TextBox 30">
            <a:extLst>
              <a:ext uri="{FF2B5EF4-FFF2-40B4-BE49-F238E27FC236}">
                <a16:creationId xmlns:a16="http://schemas.microsoft.com/office/drawing/2014/main" id="{0E9C388C-4EC9-C8AD-A130-1B9898E1B799}"/>
              </a:ext>
            </a:extLst>
          </p:cNvPr>
          <p:cNvSpPr txBox="1"/>
          <p:nvPr/>
        </p:nvSpPr>
        <p:spPr>
          <a:xfrm>
            <a:off x="594436" y="704999"/>
            <a:ext cx="4751880" cy="467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900"/>
              </a:spcBef>
            </a:pPr>
            <a:r>
              <a:rPr lang="fr-FR" b="1" dirty="0">
                <a:solidFill>
                  <a:srgbClr val="223A6D"/>
                </a:solidFill>
              </a:rPr>
              <a:t>Scenario 1 : Influence de Beta négligeable</a:t>
            </a:r>
            <a:endParaRPr lang="fr-FR" b="1" noProof="0" dirty="0">
              <a:solidFill>
                <a:srgbClr val="223A6D"/>
              </a:solidFill>
            </a:endParaRP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F9BB18ED-C8F7-8A27-9796-D0884C3AF7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7765" y="1223363"/>
            <a:ext cx="5125223" cy="514327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4F5AF6E7-9259-AF23-4822-59D42012BC0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2267" y="1219963"/>
            <a:ext cx="5329159" cy="432094"/>
          </a:xfrm>
          <a:prstGeom prst="rect">
            <a:avLst/>
          </a:prstGeom>
        </p:spPr>
      </p:pic>
      <p:sp>
        <p:nvSpPr>
          <p:cNvPr id="29" name="TextBox 30">
            <a:extLst>
              <a:ext uri="{FF2B5EF4-FFF2-40B4-BE49-F238E27FC236}">
                <a16:creationId xmlns:a16="http://schemas.microsoft.com/office/drawing/2014/main" id="{05BF6699-2883-3A79-6ED6-E260CD09B526}"/>
              </a:ext>
            </a:extLst>
          </p:cNvPr>
          <p:cNvSpPr txBox="1"/>
          <p:nvPr/>
        </p:nvSpPr>
        <p:spPr>
          <a:xfrm>
            <a:off x="6221914" y="689906"/>
            <a:ext cx="5457486" cy="467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900"/>
              </a:spcBef>
            </a:pPr>
            <a:r>
              <a:rPr lang="fr-FR" b="1" dirty="0">
                <a:solidFill>
                  <a:srgbClr val="223A6D"/>
                </a:solidFill>
              </a:rPr>
              <a:t>Scenario 2 : Influence de Beta no négligeable</a:t>
            </a:r>
            <a:endParaRPr lang="fr-FR" b="1" noProof="0" dirty="0">
              <a:solidFill>
                <a:srgbClr val="223A6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688054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hèm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316</Words>
  <Application>Microsoft Office PowerPoint</Application>
  <PresentationFormat>Grand écran</PresentationFormat>
  <Paragraphs>51</Paragraphs>
  <Slides>5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Verdana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MIRELES HERNANDEZ Enrique</dc:creator>
  <cp:lastModifiedBy>MIRELES HERNANDEZ Enrique</cp:lastModifiedBy>
  <cp:revision>3</cp:revision>
  <dcterms:created xsi:type="dcterms:W3CDTF">2026-03-09T17:11:22Z</dcterms:created>
  <dcterms:modified xsi:type="dcterms:W3CDTF">2026-07-15T12:26:31Z</dcterms:modified>
</cp:coreProperties>
</file>